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6B6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0D5B33-D276-4AAC-BC4C-E2EB71613D64}" v="36" dt="2026-09-10T11:46:48.088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2755" autoAdjust="0"/>
  </p:normalViewPr>
  <p:slideViewPr>
    <p:cSldViewPr>
      <p:cViewPr varScale="1">
        <p:scale>
          <a:sx n="56" d="100"/>
          <a:sy n="56" d="100"/>
        </p:scale>
        <p:origin x="610" y="101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shi Singh Gaharwar" userId="f0f6584cd54e5067" providerId="LiveId" clId="{2624846A-D60A-4283-9BBC-4A4C31DF337D}"/>
    <pc:docChg chg="undo custSel addSld delSld modSld">
      <pc:chgData name="Rashi Singh Gaharwar" userId="f0f6584cd54e5067" providerId="LiveId" clId="{2624846A-D60A-4283-9BBC-4A4C31DF337D}" dt="2026-09-10T13:23:12.585" v="2607" actId="2696"/>
      <pc:docMkLst>
        <pc:docMk/>
      </pc:docMkLst>
      <pc:sldChg chg="modSp mod">
        <pc:chgData name="Rashi Singh Gaharwar" userId="f0f6584cd54e5067" providerId="LiveId" clId="{2624846A-D60A-4283-9BBC-4A4C31DF337D}" dt="2026-09-10T11:55:24.569" v="1215" actId="1076"/>
        <pc:sldMkLst>
          <pc:docMk/>
          <pc:sldMk cId="0" sldId="256"/>
        </pc:sldMkLst>
        <pc:spChg chg="mod">
          <ac:chgData name="Rashi Singh Gaharwar" userId="f0f6584cd54e5067" providerId="LiveId" clId="{2624846A-D60A-4283-9BBC-4A4C31DF337D}" dt="2026-09-10T11:22:25.722" v="22" actId="20577"/>
          <ac:spMkLst>
            <pc:docMk/>
            <pc:sldMk cId="0" sldId="256"/>
            <ac:spMk id="6" creationId="{00000000-0000-0000-0000-000000000000}"/>
          </ac:spMkLst>
        </pc:spChg>
        <pc:picChg chg="mod">
          <ac:chgData name="Rashi Singh Gaharwar" userId="f0f6584cd54e5067" providerId="LiveId" clId="{2624846A-D60A-4283-9BBC-4A4C31DF337D}" dt="2026-09-10T11:55:24.569" v="1215" actId="1076"/>
          <ac:picMkLst>
            <pc:docMk/>
            <pc:sldMk cId="0" sldId="256"/>
            <ac:picMk id="14" creationId="{5854DEB4-65A4-F456-EA64-6E5EC01F0573}"/>
          </ac:picMkLst>
        </pc:picChg>
      </pc:sldChg>
      <pc:sldChg chg="addSp delSp modSp mod chgLayout">
        <pc:chgData name="Rashi Singh Gaharwar" userId="f0f6584cd54e5067" providerId="LiveId" clId="{2624846A-D60A-4283-9BBC-4A4C31DF337D}" dt="2026-09-10T11:55:53.825" v="1218" actId="1076"/>
        <pc:sldMkLst>
          <pc:docMk/>
          <pc:sldMk cId="0" sldId="257"/>
        </pc:sldMkLst>
        <pc:spChg chg="mod ord">
          <ac:chgData name="Rashi Singh Gaharwar" userId="f0f6584cd54e5067" providerId="LiveId" clId="{2624846A-D60A-4283-9BBC-4A4C31DF337D}" dt="2026-09-10T11:54:08.417" v="1205" actId="1076"/>
          <ac:spMkLst>
            <pc:docMk/>
            <pc:sldMk cId="0" sldId="257"/>
            <ac:spMk id="2" creationId="{00000000-0000-0000-0000-000000000000}"/>
          </ac:spMkLst>
        </pc:spChg>
        <pc:spChg chg="add mod">
          <ac:chgData name="Rashi Singh Gaharwar" userId="f0f6584cd54e5067" providerId="LiveId" clId="{2624846A-D60A-4283-9BBC-4A4C31DF337D}" dt="2026-09-10T11:50:16.985" v="1151" actId="1076"/>
          <ac:spMkLst>
            <pc:docMk/>
            <pc:sldMk cId="0" sldId="257"/>
            <ac:spMk id="3" creationId="{A916CFC5-1089-279C-BD5F-122D6A53FB83}"/>
          </ac:spMkLst>
        </pc:spChg>
        <pc:spChg chg="add del mod">
          <ac:chgData name="Rashi Singh Gaharwar" userId="f0f6584cd54e5067" providerId="LiveId" clId="{2624846A-D60A-4283-9BBC-4A4C31DF337D}" dt="2026-09-10T11:26:33.331" v="44"/>
          <ac:spMkLst>
            <pc:docMk/>
            <pc:sldMk cId="0" sldId="257"/>
            <ac:spMk id="5" creationId="{0EDCC6D7-CE74-DD79-415C-EDEFFBC04349}"/>
          </ac:spMkLst>
        </pc:spChg>
        <pc:spChg chg="del mod">
          <ac:chgData name="Rashi Singh Gaharwar" userId="f0f6584cd54e5067" providerId="LiveId" clId="{2624846A-D60A-4283-9BBC-4A4C31DF337D}" dt="2026-09-10T11:42:18.865" v="1091" actId="21"/>
          <ac:spMkLst>
            <pc:docMk/>
            <pc:sldMk cId="0" sldId="257"/>
            <ac:spMk id="6" creationId="{00000000-0000-0000-0000-000000000000}"/>
          </ac:spMkLst>
        </pc:spChg>
        <pc:spChg chg="add mod">
          <ac:chgData name="Rashi Singh Gaharwar" userId="f0f6584cd54e5067" providerId="LiveId" clId="{2624846A-D60A-4283-9BBC-4A4C31DF337D}" dt="2026-09-10T11:50:23.147" v="1152" actId="1076"/>
          <ac:spMkLst>
            <pc:docMk/>
            <pc:sldMk cId="0" sldId="257"/>
            <ac:spMk id="7" creationId="{BF9EDF65-DD2D-1AB0-3838-92177E5D9A7A}"/>
          </ac:spMkLst>
        </pc:spChg>
        <pc:spChg chg="add del mod">
          <ac:chgData name="Rashi Singh Gaharwar" userId="f0f6584cd54e5067" providerId="LiveId" clId="{2624846A-D60A-4283-9BBC-4A4C31DF337D}" dt="2026-09-10T11:33:22.808" v="416" actId="6264"/>
          <ac:spMkLst>
            <pc:docMk/>
            <pc:sldMk cId="0" sldId="257"/>
            <ac:spMk id="8" creationId="{1466AB49-496B-4DA4-8DF9-431A2C62AB97}"/>
          </ac:spMkLst>
        </pc:spChg>
        <pc:spChg chg="del">
          <ac:chgData name="Rashi Singh Gaharwar" userId="f0f6584cd54e5067" providerId="LiveId" clId="{2624846A-D60A-4283-9BBC-4A4C31DF337D}" dt="2026-09-10T11:23:05.640" v="24" actId="21"/>
          <ac:spMkLst>
            <pc:docMk/>
            <pc:sldMk cId="0" sldId="257"/>
            <ac:spMk id="9" creationId="{00000000-0000-0000-0000-000000000000}"/>
          </ac:spMkLst>
        </pc:spChg>
        <pc:spChg chg="add del mod ord">
          <ac:chgData name="Rashi Singh Gaharwar" userId="f0f6584cd54e5067" providerId="LiveId" clId="{2624846A-D60A-4283-9BBC-4A4C31DF337D}" dt="2026-09-10T11:33:22.808" v="416" actId="6264"/>
          <ac:spMkLst>
            <pc:docMk/>
            <pc:sldMk cId="0" sldId="257"/>
            <ac:spMk id="13" creationId="{61C189DB-C065-F5F3-AE40-FB273CBEDA88}"/>
          </ac:spMkLst>
        </pc:spChg>
        <pc:spChg chg="del">
          <ac:chgData name="Rashi Singh Gaharwar" userId="f0f6584cd54e5067" providerId="LiveId" clId="{2624846A-D60A-4283-9BBC-4A4C31DF337D}" dt="2026-09-10T11:35:02.874" v="823" actId="21"/>
          <ac:spMkLst>
            <pc:docMk/>
            <pc:sldMk cId="0" sldId="257"/>
            <ac:spMk id="14" creationId="{00000000-0000-0000-0000-000000000000}"/>
          </ac:spMkLst>
        </pc:spChg>
        <pc:spChg chg="mod">
          <ac:chgData name="Rashi Singh Gaharwar" userId="f0f6584cd54e5067" providerId="LiveId" clId="{2624846A-D60A-4283-9BBC-4A4C31DF337D}" dt="2026-09-10T11:39:34.406" v="862" actId="14100"/>
          <ac:spMkLst>
            <pc:docMk/>
            <pc:sldMk cId="0" sldId="257"/>
            <ac:spMk id="23" creationId="{00000000-0000-0000-0000-000000000000}"/>
          </ac:spMkLst>
        </pc:spChg>
        <pc:spChg chg="mod">
          <ac:chgData name="Rashi Singh Gaharwar" userId="f0f6584cd54e5067" providerId="LiveId" clId="{2624846A-D60A-4283-9BBC-4A4C31DF337D}" dt="2026-09-10T11:39:16.085" v="858" actId="1076"/>
          <ac:spMkLst>
            <pc:docMk/>
            <pc:sldMk cId="0" sldId="257"/>
            <ac:spMk id="26" creationId="{00000000-0000-0000-0000-000000000000}"/>
          </ac:spMkLst>
        </pc:spChg>
        <pc:spChg chg="mod">
          <ac:chgData name="Rashi Singh Gaharwar" userId="f0f6584cd54e5067" providerId="LiveId" clId="{2624846A-D60A-4283-9BBC-4A4C31DF337D}" dt="2026-09-10T11:39:24.142" v="860" actId="1076"/>
          <ac:spMkLst>
            <pc:docMk/>
            <pc:sldMk cId="0" sldId="257"/>
            <ac:spMk id="27" creationId="{00000000-0000-0000-0000-000000000000}"/>
          </ac:spMkLst>
        </pc:spChg>
        <pc:spChg chg="mod">
          <ac:chgData name="Rashi Singh Gaharwar" userId="f0f6584cd54e5067" providerId="LiveId" clId="{2624846A-D60A-4283-9BBC-4A4C31DF337D}" dt="2026-09-10T11:39:05.638" v="857" actId="1076"/>
          <ac:spMkLst>
            <pc:docMk/>
            <pc:sldMk cId="0" sldId="257"/>
            <ac:spMk id="31" creationId="{00000000-0000-0000-0000-000000000000}"/>
          </ac:spMkLst>
        </pc:spChg>
        <pc:spChg chg="mod">
          <ac:chgData name="Rashi Singh Gaharwar" userId="f0f6584cd54e5067" providerId="LiveId" clId="{2624846A-D60A-4283-9BBC-4A4C31DF337D}" dt="2026-09-10T11:38:48.198" v="854" actId="1076"/>
          <ac:spMkLst>
            <pc:docMk/>
            <pc:sldMk cId="0" sldId="257"/>
            <ac:spMk id="35" creationId="{00000000-0000-0000-0000-000000000000}"/>
          </ac:spMkLst>
        </pc:spChg>
        <pc:spChg chg="add del mod">
          <ac:chgData name="Rashi Singh Gaharwar" userId="f0f6584cd54e5067" providerId="LiveId" clId="{2624846A-D60A-4283-9BBC-4A4C31DF337D}" dt="2026-09-10T11:36:52.426" v="840"/>
          <ac:spMkLst>
            <pc:docMk/>
            <pc:sldMk cId="0" sldId="257"/>
            <ac:spMk id="36" creationId="{68DD6105-40BE-77CE-11B7-B376ABA1E0CA}"/>
          </ac:spMkLst>
        </pc:spChg>
        <pc:spChg chg="mod">
          <ac:chgData name="Rashi Singh Gaharwar" userId="f0f6584cd54e5067" providerId="LiveId" clId="{2624846A-D60A-4283-9BBC-4A4C31DF337D}" dt="2026-09-10T11:30:04.155" v="395" actId="5793"/>
          <ac:spMkLst>
            <pc:docMk/>
            <pc:sldMk cId="0" sldId="257"/>
            <ac:spMk id="37" creationId="{00000000-0000-0000-0000-000000000000}"/>
          </ac:spMkLst>
        </pc:spChg>
        <pc:spChg chg="mod">
          <ac:chgData name="Rashi Singh Gaharwar" userId="f0f6584cd54e5067" providerId="LiveId" clId="{2624846A-D60A-4283-9BBC-4A4C31DF337D}" dt="2026-09-10T11:34:54.932" v="822" actId="20577"/>
          <ac:spMkLst>
            <pc:docMk/>
            <pc:sldMk cId="0" sldId="257"/>
            <ac:spMk id="38" creationId="{00000000-0000-0000-0000-000000000000}"/>
          </ac:spMkLst>
        </pc:spChg>
        <pc:spChg chg="mod">
          <ac:chgData name="Rashi Singh Gaharwar" userId="f0f6584cd54e5067" providerId="LiveId" clId="{2624846A-D60A-4283-9BBC-4A4C31DF337D}" dt="2026-09-10T11:51:28.730" v="1156" actId="1076"/>
          <ac:spMkLst>
            <pc:docMk/>
            <pc:sldMk cId="0" sldId="257"/>
            <ac:spMk id="42" creationId="{00000000-0000-0000-0000-000000000000}"/>
          </ac:spMkLst>
        </pc:spChg>
        <pc:spChg chg="add mod">
          <ac:chgData name="Rashi Singh Gaharwar" userId="f0f6584cd54e5067" providerId="LiveId" clId="{2624846A-D60A-4283-9BBC-4A4C31DF337D}" dt="2026-09-10T11:49:59.323" v="1149" actId="1076"/>
          <ac:spMkLst>
            <pc:docMk/>
            <pc:sldMk cId="0" sldId="257"/>
            <ac:spMk id="49" creationId="{3F0A64C3-2E42-F61E-9DAE-EE5EC742C3FE}"/>
          </ac:spMkLst>
        </pc:spChg>
        <pc:spChg chg="mod">
          <ac:chgData name="Rashi Singh Gaharwar" userId="f0f6584cd54e5067" providerId="LiveId" clId="{2624846A-D60A-4283-9BBC-4A4C31DF337D}" dt="2026-09-10T11:38:36.647" v="852" actId="1076"/>
          <ac:spMkLst>
            <pc:docMk/>
            <pc:sldMk cId="0" sldId="257"/>
            <ac:spMk id="51" creationId="{7C95309C-E486-4838-5018-9585CADD0D95}"/>
          </ac:spMkLst>
        </pc:spChg>
        <pc:spChg chg="add del">
          <ac:chgData name="Rashi Singh Gaharwar" userId="f0f6584cd54e5067" providerId="LiveId" clId="{2624846A-D60A-4283-9BBC-4A4C31DF337D}" dt="2026-09-10T11:42:49.669" v="1093" actId="21"/>
          <ac:spMkLst>
            <pc:docMk/>
            <pc:sldMk cId="0" sldId="257"/>
            <ac:spMk id="52" creationId="{50F0C708-6757-91DF-415E-46718F37FD53}"/>
          </ac:spMkLst>
        </pc:spChg>
        <pc:spChg chg="mod">
          <ac:chgData name="Rashi Singh Gaharwar" userId="f0f6584cd54e5067" providerId="LiveId" clId="{2624846A-D60A-4283-9BBC-4A4C31DF337D}" dt="2026-09-10T11:51:03.202" v="1153" actId="1076"/>
          <ac:spMkLst>
            <pc:docMk/>
            <pc:sldMk cId="0" sldId="257"/>
            <ac:spMk id="53" creationId="{F4431449-E8B9-969C-BEAF-B8230C39BACD}"/>
          </ac:spMkLst>
        </pc:spChg>
        <pc:spChg chg="add del mod">
          <ac:chgData name="Rashi Singh Gaharwar" userId="f0f6584cd54e5067" providerId="LiveId" clId="{2624846A-D60A-4283-9BBC-4A4C31DF337D}" dt="2026-09-10T11:48:17.158" v="1141" actId="21"/>
          <ac:spMkLst>
            <pc:docMk/>
            <pc:sldMk cId="0" sldId="257"/>
            <ac:spMk id="54" creationId="{2103CA34-7FAE-7BD3-3AFB-190265121BED}"/>
          </ac:spMkLst>
        </pc:spChg>
        <pc:spChg chg="add del mod">
          <ac:chgData name="Rashi Singh Gaharwar" userId="f0f6584cd54e5067" providerId="LiveId" clId="{2624846A-D60A-4283-9BBC-4A4C31DF337D}" dt="2026-09-10T11:46:42.588" v="1127" actId="11529"/>
          <ac:spMkLst>
            <pc:docMk/>
            <pc:sldMk cId="0" sldId="257"/>
            <ac:spMk id="55" creationId="{5ED4CFEB-E501-923B-D82D-0B64C956AFCB}"/>
          </ac:spMkLst>
        </pc:spChg>
        <pc:spChg chg="add mod">
          <ac:chgData name="Rashi Singh Gaharwar" userId="f0f6584cd54e5067" providerId="LiveId" clId="{2624846A-D60A-4283-9BBC-4A4C31DF337D}" dt="2026-09-10T11:53:17.706" v="1201" actId="14100"/>
          <ac:spMkLst>
            <pc:docMk/>
            <pc:sldMk cId="0" sldId="257"/>
            <ac:spMk id="56" creationId="{F620C4F1-26D8-E6D3-AA92-8F36103B2204}"/>
          </ac:spMkLst>
        </pc:spChg>
        <pc:spChg chg="add mod">
          <ac:chgData name="Rashi Singh Gaharwar" userId="f0f6584cd54e5067" providerId="LiveId" clId="{2624846A-D60A-4283-9BBC-4A4C31DF337D}" dt="2026-09-10T11:53:07.874" v="1199" actId="1076"/>
          <ac:spMkLst>
            <pc:docMk/>
            <pc:sldMk cId="0" sldId="257"/>
            <ac:spMk id="57" creationId="{6A3AC580-4D33-68FD-F489-C7292EF27944}"/>
          </ac:spMkLst>
        </pc:spChg>
        <pc:grpChg chg="mod">
          <ac:chgData name="Rashi Singh Gaharwar" userId="f0f6584cd54e5067" providerId="LiveId" clId="{2624846A-D60A-4283-9BBC-4A4C31DF337D}" dt="2026-09-10T11:51:12.898" v="1154" actId="1076"/>
          <ac:grpSpMkLst>
            <pc:docMk/>
            <pc:sldMk cId="0" sldId="257"/>
            <ac:grpSpMk id="10" creationId="{E7149E60-1544-2FC0-C52C-767728A05DA3}"/>
          </ac:grpSpMkLst>
        </pc:grpChg>
        <pc:grpChg chg="mod">
          <ac:chgData name="Rashi Singh Gaharwar" userId="f0f6584cd54e5067" providerId="LiveId" clId="{2624846A-D60A-4283-9BBC-4A4C31DF337D}" dt="2026-09-10T11:39:30.542" v="861" actId="1076"/>
          <ac:grpSpMkLst>
            <pc:docMk/>
            <pc:sldMk cId="0" sldId="257"/>
            <ac:grpSpMk id="20" creationId="{00000000-0000-0000-0000-000000000000}"/>
          </ac:grpSpMkLst>
        </pc:grpChg>
        <pc:grpChg chg="mod">
          <ac:chgData name="Rashi Singh Gaharwar" userId="f0f6584cd54e5067" providerId="LiveId" clId="{2624846A-D60A-4283-9BBC-4A4C31DF337D}" dt="2026-09-10T11:39:20.911" v="859" actId="1076"/>
          <ac:grpSpMkLst>
            <pc:docMk/>
            <pc:sldMk cId="0" sldId="257"/>
            <ac:grpSpMk id="24" creationId="{00000000-0000-0000-0000-000000000000}"/>
          </ac:grpSpMkLst>
        </pc:grpChg>
        <pc:grpChg chg="mod">
          <ac:chgData name="Rashi Singh Gaharwar" userId="f0f6584cd54e5067" providerId="LiveId" clId="{2624846A-D60A-4283-9BBC-4A4C31DF337D}" dt="2026-09-10T11:38:58.415" v="856" actId="1076"/>
          <ac:grpSpMkLst>
            <pc:docMk/>
            <pc:sldMk cId="0" sldId="257"/>
            <ac:grpSpMk id="28" creationId="{00000000-0000-0000-0000-000000000000}"/>
          </ac:grpSpMkLst>
        </pc:grpChg>
        <pc:grpChg chg="mod">
          <ac:chgData name="Rashi Singh Gaharwar" userId="f0f6584cd54e5067" providerId="LiveId" clId="{2624846A-D60A-4283-9BBC-4A4C31DF337D}" dt="2026-09-10T11:38:52.670" v="855" actId="1076"/>
          <ac:grpSpMkLst>
            <pc:docMk/>
            <pc:sldMk cId="0" sldId="257"/>
            <ac:grpSpMk id="32" creationId="{00000000-0000-0000-0000-000000000000}"/>
          </ac:grpSpMkLst>
        </pc:grpChg>
        <pc:grpChg chg="mod">
          <ac:chgData name="Rashi Singh Gaharwar" userId="f0f6584cd54e5067" providerId="LiveId" clId="{2624846A-D60A-4283-9BBC-4A4C31DF337D}" dt="2026-09-10T11:51:24.666" v="1155" actId="1076"/>
          <ac:grpSpMkLst>
            <pc:docMk/>
            <pc:sldMk cId="0" sldId="257"/>
            <ac:grpSpMk id="39" creationId="{00000000-0000-0000-0000-000000000000}"/>
          </ac:grpSpMkLst>
        </pc:grpChg>
        <pc:grpChg chg="mod">
          <ac:chgData name="Rashi Singh Gaharwar" userId="f0f6584cd54e5067" providerId="LiveId" clId="{2624846A-D60A-4283-9BBC-4A4C31DF337D}" dt="2026-09-10T11:38:40.263" v="853" actId="1076"/>
          <ac:grpSpMkLst>
            <pc:docMk/>
            <pc:sldMk cId="0" sldId="257"/>
            <ac:grpSpMk id="43" creationId="{00000000-0000-0000-0000-000000000000}"/>
          </ac:grpSpMkLst>
        </pc:grpChg>
        <pc:picChg chg="mod">
          <ac:chgData name="Rashi Singh Gaharwar" userId="f0f6584cd54e5067" providerId="LiveId" clId="{2624846A-D60A-4283-9BBC-4A4C31DF337D}" dt="2026-09-10T11:40:33.093" v="865" actId="1076"/>
          <ac:picMkLst>
            <pc:docMk/>
            <pc:sldMk cId="0" sldId="257"/>
            <ac:picMk id="4" creationId="{7CBDFCF4-D67B-F190-ABAC-BD8D8ED25C3F}"/>
          </ac:picMkLst>
        </pc:picChg>
        <pc:picChg chg="add mod">
          <ac:chgData name="Rashi Singh Gaharwar" userId="f0f6584cd54e5067" providerId="LiveId" clId="{2624846A-D60A-4283-9BBC-4A4C31DF337D}" dt="2026-09-10T11:50:12.771" v="1150" actId="1076"/>
          <ac:picMkLst>
            <pc:docMk/>
            <pc:sldMk cId="0" sldId="257"/>
            <ac:picMk id="19" creationId="{631E32A4-1F69-65F6-6CAA-FA4AFA40A2EB}"/>
          </ac:picMkLst>
        </pc:picChg>
        <pc:picChg chg="del mod">
          <ac:chgData name="Rashi Singh Gaharwar" userId="f0f6584cd54e5067" providerId="LiveId" clId="{2624846A-D60A-4283-9BBC-4A4C31DF337D}" dt="2026-09-10T11:55:29.827" v="1216" actId="21"/>
          <ac:picMkLst>
            <pc:docMk/>
            <pc:sldMk cId="0" sldId="257"/>
            <ac:picMk id="50" creationId="{98017A8E-9837-70CE-91F0-F91AE215CE67}"/>
          </ac:picMkLst>
        </pc:picChg>
        <pc:picChg chg="add mod">
          <ac:chgData name="Rashi Singh Gaharwar" userId="f0f6584cd54e5067" providerId="LiveId" clId="{2624846A-D60A-4283-9BBC-4A4C31DF337D}" dt="2026-09-10T11:55:53.825" v="1218" actId="1076"/>
          <ac:picMkLst>
            <pc:docMk/>
            <pc:sldMk cId="0" sldId="257"/>
            <ac:picMk id="59" creationId="{CC4779F0-8C4D-8E13-5E54-3A0DB6892109}"/>
          </ac:picMkLst>
        </pc:picChg>
      </pc:sldChg>
      <pc:sldChg chg="addSp delSp modSp mod">
        <pc:chgData name="Rashi Singh Gaharwar" userId="f0f6584cd54e5067" providerId="LiveId" clId="{2624846A-D60A-4283-9BBC-4A4C31DF337D}" dt="2026-09-10T12:38:58.306" v="2238" actId="1076"/>
        <pc:sldMkLst>
          <pc:docMk/>
          <pc:sldMk cId="0" sldId="258"/>
        </pc:sldMkLst>
        <pc:spChg chg="del mod">
          <ac:chgData name="Rashi Singh Gaharwar" userId="f0f6584cd54e5067" providerId="LiveId" clId="{2624846A-D60A-4283-9BBC-4A4C31DF337D}" dt="2026-09-10T12:09:17.566" v="2022" actId="21"/>
          <ac:spMkLst>
            <pc:docMk/>
            <pc:sldMk cId="0" sldId="258"/>
            <ac:spMk id="2" creationId="{00000000-0000-0000-0000-000000000000}"/>
          </ac:spMkLst>
        </pc:spChg>
        <pc:spChg chg="del mod">
          <ac:chgData name="Rashi Singh Gaharwar" userId="f0f6584cd54e5067" providerId="LiveId" clId="{2624846A-D60A-4283-9BBC-4A4C31DF337D}" dt="2026-09-10T12:08:52.611" v="1795" actId="21"/>
          <ac:spMkLst>
            <pc:docMk/>
            <pc:sldMk cId="0" sldId="258"/>
            <ac:spMk id="6" creationId="{00000000-0000-0000-0000-000000000000}"/>
          </ac:spMkLst>
        </pc:spChg>
        <pc:spChg chg="mod">
          <ac:chgData name="Rashi Singh Gaharwar" userId="f0f6584cd54e5067" providerId="LiveId" clId="{2624846A-D60A-4283-9BBC-4A4C31DF337D}" dt="2026-09-10T12:38:40.530" v="2236" actId="1076"/>
          <ac:spMkLst>
            <pc:docMk/>
            <pc:sldMk cId="0" sldId="258"/>
            <ac:spMk id="9" creationId="{43864045-6FD9-829E-EBF8-7B93E7CEE6F3}"/>
          </ac:spMkLst>
        </pc:spChg>
        <pc:spChg chg="mod">
          <ac:chgData name="Rashi Singh Gaharwar" userId="f0f6584cd54e5067" providerId="LiveId" clId="{2624846A-D60A-4283-9BBC-4A4C31DF337D}" dt="2026-09-10T12:38:53.465" v="2237" actId="1076"/>
          <ac:spMkLst>
            <pc:docMk/>
            <pc:sldMk cId="0" sldId="258"/>
            <ac:spMk id="11" creationId="{CAC96F84-1014-D0E9-5AFC-1D6C66ACAD5A}"/>
          </ac:spMkLst>
        </pc:spChg>
        <pc:spChg chg="mod">
          <ac:chgData name="Rashi Singh Gaharwar" userId="f0f6584cd54e5067" providerId="LiveId" clId="{2624846A-D60A-4283-9BBC-4A4C31DF337D}" dt="2026-09-10T12:38:58.306" v="2238" actId="1076"/>
          <ac:spMkLst>
            <pc:docMk/>
            <pc:sldMk cId="0" sldId="258"/>
            <ac:spMk id="13" creationId="{6598E238-5A96-528A-849C-8D60F6A1AA7C}"/>
          </ac:spMkLst>
        </pc:spChg>
        <pc:spChg chg="mod">
          <ac:chgData name="Rashi Singh Gaharwar" userId="f0f6584cd54e5067" providerId="LiveId" clId="{2624846A-D60A-4283-9BBC-4A4C31DF337D}" dt="2026-09-10T12:38:37.738" v="2235" actId="1076"/>
          <ac:spMkLst>
            <pc:docMk/>
            <pc:sldMk cId="0" sldId="258"/>
            <ac:spMk id="14" creationId="{B8BAE2A5-F76B-DDF1-DC92-D9090B39A507}"/>
          </ac:spMkLst>
        </pc:spChg>
        <pc:spChg chg="del mod">
          <ac:chgData name="Rashi Singh Gaharwar" userId="f0f6584cd54e5067" providerId="LiveId" clId="{2624846A-D60A-4283-9BBC-4A4C31DF337D}" dt="2026-09-10T12:08:52.631" v="1797"/>
          <ac:spMkLst>
            <pc:docMk/>
            <pc:sldMk cId="0" sldId="258"/>
            <ac:spMk id="16" creationId="{A5DADAA2-6A88-C360-EF49-A14FC9C6615D}"/>
          </ac:spMkLst>
        </pc:spChg>
        <pc:spChg chg="mod">
          <ac:chgData name="Rashi Singh Gaharwar" userId="f0f6584cd54e5067" providerId="LiveId" clId="{2624846A-D60A-4283-9BBC-4A4C31DF337D}" dt="2026-09-10T12:15:16.260" v="2063" actId="1076"/>
          <ac:spMkLst>
            <pc:docMk/>
            <pc:sldMk cId="0" sldId="258"/>
            <ac:spMk id="17" creationId="{00000000-0000-0000-0000-000000000000}"/>
          </ac:spMkLst>
        </pc:spChg>
        <pc:spChg chg="add del mod">
          <ac:chgData name="Rashi Singh Gaharwar" userId="f0f6584cd54e5067" providerId="LiveId" clId="{2624846A-D60A-4283-9BBC-4A4C31DF337D}" dt="2026-09-10T12:13:30.033" v="2051"/>
          <ac:spMkLst>
            <pc:docMk/>
            <pc:sldMk cId="0" sldId="258"/>
            <ac:spMk id="18" creationId="{230A8F8C-F77A-BDDB-63D4-4962ACFE9AC1}"/>
          </ac:spMkLst>
        </pc:spChg>
        <pc:spChg chg="add mod">
          <ac:chgData name="Rashi Singh Gaharwar" userId="f0f6584cd54e5067" providerId="LiveId" clId="{2624846A-D60A-4283-9BBC-4A4C31DF337D}" dt="2026-09-10T12:14:51.587" v="2061" actId="1076"/>
          <ac:spMkLst>
            <pc:docMk/>
            <pc:sldMk cId="0" sldId="258"/>
            <ac:spMk id="19" creationId="{33A02D01-7A6D-196B-3191-A420F82B6C14}"/>
          </ac:spMkLst>
        </pc:spChg>
        <pc:spChg chg="add mod">
          <ac:chgData name="Rashi Singh Gaharwar" userId="f0f6584cd54e5067" providerId="LiveId" clId="{2624846A-D60A-4283-9BBC-4A4C31DF337D}" dt="2026-09-10T12:16:31.627" v="2069" actId="1076"/>
          <ac:spMkLst>
            <pc:docMk/>
            <pc:sldMk cId="0" sldId="258"/>
            <ac:spMk id="20" creationId="{B3B69738-65EF-FE65-1BFB-AF16F4203960}"/>
          </ac:spMkLst>
        </pc:spChg>
        <pc:spChg chg="mod">
          <ac:chgData name="Rashi Singh Gaharwar" userId="f0f6584cd54e5067" providerId="LiveId" clId="{2624846A-D60A-4283-9BBC-4A4C31DF337D}" dt="2026-09-10T12:12:10.196" v="2038" actId="1076"/>
          <ac:spMkLst>
            <pc:docMk/>
            <pc:sldMk cId="0" sldId="258"/>
            <ac:spMk id="21" creationId="{FCECB17D-2147-CA54-9B6E-573A1B085614}"/>
          </ac:spMkLst>
        </pc:spChg>
        <pc:spChg chg="add mod">
          <ac:chgData name="Rashi Singh Gaharwar" userId="f0f6584cd54e5067" providerId="LiveId" clId="{2624846A-D60A-4283-9BBC-4A4C31DF337D}" dt="2026-09-10T12:17:21.803" v="2073" actId="1076"/>
          <ac:spMkLst>
            <pc:docMk/>
            <pc:sldMk cId="0" sldId="258"/>
            <ac:spMk id="22" creationId="{9CD388E4-2A7A-F0EF-E048-4D8EDF1241D4}"/>
          </ac:spMkLst>
        </pc:spChg>
        <pc:spChg chg="mod">
          <ac:chgData name="Rashi Singh Gaharwar" userId="f0f6584cd54e5067" providerId="LiveId" clId="{2624846A-D60A-4283-9BBC-4A4C31DF337D}" dt="2026-09-10T12:12:24.532" v="2040" actId="14100"/>
          <ac:spMkLst>
            <pc:docMk/>
            <pc:sldMk cId="0" sldId="258"/>
            <ac:spMk id="27" creationId="{57B1C11F-AEB8-6642-8BBD-394537F264C0}"/>
          </ac:spMkLst>
        </pc:spChg>
        <pc:spChg chg="mod">
          <ac:chgData name="Rashi Singh Gaharwar" userId="f0f6584cd54e5067" providerId="LiveId" clId="{2624846A-D60A-4283-9BBC-4A4C31DF337D}" dt="2026-09-10T12:12:27.334" v="2041" actId="14100"/>
          <ac:spMkLst>
            <pc:docMk/>
            <pc:sldMk cId="0" sldId="258"/>
            <ac:spMk id="29" creationId="{AB36EDC6-7EB6-D87B-E96D-52810EBDF59C}"/>
          </ac:spMkLst>
        </pc:spChg>
        <pc:spChg chg="mod">
          <ac:chgData name="Rashi Singh Gaharwar" userId="f0f6584cd54e5067" providerId="LiveId" clId="{2624846A-D60A-4283-9BBC-4A4C31DF337D}" dt="2026-09-10T12:12:34.013" v="2042" actId="14100"/>
          <ac:spMkLst>
            <pc:docMk/>
            <pc:sldMk cId="0" sldId="258"/>
            <ac:spMk id="31" creationId="{F13505FC-CD67-7E9C-3D66-C05B7D2C514A}"/>
          </ac:spMkLst>
        </pc:spChg>
        <pc:spChg chg="mod">
          <ac:chgData name="Rashi Singh Gaharwar" userId="f0f6584cd54e5067" providerId="LiveId" clId="{2624846A-D60A-4283-9BBC-4A4C31DF337D}" dt="2026-09-10T12:13:02.316" v="2047" actId="1076"/>
          <ac:spMkLst>
            <pc:docMk/>
            <pc:sldMk cId="0" sldId="258"/>
            <ac:spMk id="42" creationId="{CF6BBBC1-52B8-2C50-749D-DDA292B5A2A7}"/>
          </ac:spMkLst>
        </pc:spChg>
        <pc:spChg chg="mod">
          <ac:chgData name="Rashi Singh Gaharwar" userId="f0f6584cd54e5067" providerId="LiveId" clId="{2624846A-D60A-4283-9BBC-4A4C31DF337D}" dt="2026-09-10T12:12:17.052" v="2039" actId="1076"/>
          <ac:spMkLst>
            <pc:docMk/>
            <pc:sldMk cId="0" sldId="258"/>
            <ac:spMk id="44" creationId="{32BE99EB-FB58-07F4-5624-CFD07BFEB768}"/>
          </ac:spMkLst>
        </pc:spChg>
        <pc:spChg chg="mod">
          <ac:chgData name="Rashi Singh Gaharwar" userId="f0f6584cd54e5067" providerId="LiveId" clId="{2624846A-D60A-4283-9BBC-4A4C31DF337D}" dt="2026-09-10T12:08:47.191" v="1794" actId="20577"/>
          <ac:spMkLst>
            <pc:docMk/>
            <pc:sldMk cId="0" sldId="258"/>
            <ac:spMk id="62" creationId="{00000000-0000-0000-0000-000000000000}"/>
          </ac:spMkLst>
        </pc:spChg>
        <pc:spChg chg="mod">
          <ac:chgData name="Rashi Singh Gaharwar" userId="f0f6584cd54e5067" providerId="LiveId" clId="{2624846A-D60A-4283-9BBC-4A4C31DF337D}" dt="2026-09-10T12:09:13.103" v="2021" actId="20577"/>
          <ac:spMkLst>
            <pc:docMk/>
            <pc:sldMk cId="0" sldId="258"/>
            <ac:spMk id="75" creationId="{00000000-0000-0000-0000-000000000000}"/>
          </ac:spMkLst>
        </pc:spChg>
        <pc:picChg chg="add mod">
          <ac:chgData name="Rashi Singh Gaharwar" userId="f0f6584cd54e5067" providerId="LiveId" clId="{2624846A-D60A-4283-9BBC-4A4C31DF337D}" dt="2026-09-10T12:06:01.288" v="1286" actId="1076"/>
          <ac:picMkLst>
            <pc:docMk/>
            <pc:sldMk cId="0" sldId="258"/>
            <ac:picMk id="4" creationId="{6639062B-60B6-F261-156B-BD7B3D16BC0A}"/>
          </ac:picMkLst>
        </pc:picChg>
        <pc:picChg chg="del">
          <ac:chgData name="Rashi Singh Gaharwar" userId="f0f6584cd54e5067" providerId="LiveId" clId="{2624846A-D60A-4283-9BBC-4A4C31DF337D}" dt="2026-09-10T11:55:08.626" v="1213" actId="21"/>
          <ac:picMkLst>
            <pc:docMk/>
            <pc:sldMk cId="0" sldId="258"/>
            <ac:picMk id="7" creationId="{7A1BD023-E148-AF23-897D-210748301BAC}"/>
          </ac:picMkLst>
        </pc:picChg>
        <pc:picChg chg="add mod">
          <ac:chgData name="Rashi Singh Gaharwar" userId="f0f6584cd54e5067" providerId="LiveId" clId="{2624846A-D60A-4283-9BBC-4A4C31DF337D}" dt="2026-09-10T12:15:10.586" v="2062" actId="1076"/>
          <ac:picMkLst>
            <pc:docMk/>
            <pc:sldMk cId="0" sldId="258"/>
            <ac:picMk id="8" creationId="{6C04A53A-97A6-84B9-F1A8-C55AEEE059B9}"/>
          </ac:picMkLst>
        </pc:picChg>
        <pc:picChg chg="add mod">
          <ac:chgData name="Rashi Singh Gaharwar" userId="f0f6584cd54e5067" providerId="LiveId" clId="{2624846A-D60A-4283-9BBC-4A4C31DF337D}" dt="2026-09-10T12:17:47.982" v="2075" actId="1076"/>
          <ac:picMkLst>
            <pc:docMk/>
            <pc:sldMk cId="0" sldId="258"/>
            <ac:picMk id="25" creationId="{900AD0B3-C8DB-67AD-6CC4-C8441E1B9C27}"/>
          </ac:picMkLst>
        </pc:picChg>
        <pc:picChg chg="del">
          <ac:chgData name="Rashi Singh Gaharwar" userId="f0f6584cd54e5067" providerId="LiveId" clId="{2624846A-D60A-4283-9BBC-4A4C31DF337D}" dt="2026-09-10T11:56:03.587" v="1219" actId="21"/>
          <ac:picMkLst>
            <pc:docMk/>
            <pc:sldMk cId="0" sldId="258"/>
            <ac:picMk id="77" creationId="{4B7FAA84-4A96-FF23-28DF-AC944A358C46}"/>
          </ac:picMkLst>
        </pc:picChg>
        <pc:cxnChg chg="mod">
          <ac:chgData name="Rashi Singh Gaharwar" userId="f0f6584cd54e5067" providerId="LiveId" clId="{2624846A-D60A-4283-9BBC-4A4C31DF337D}" dt="2026-09-10T12:12:05.612" v="2037" actId="1076"/>
          <ac:cxnSpMkLst>
            <pc:docMk/>
            <pc:sldMk cId="0" sldId="258"/>
            <ac:cxnSpMk id="24" creationId="{A455DEF7-A555-2C1F-EA2D-A9954984BB40}"/>
          </ac:cxnSpMkLst>
        </pc:cxnChg>
        <pc:cxnChg chg="mod">
          <ac:chgData name="Rashi Singh Gaharwar" userId="f0f6584cd54e5067" providerId="LiveId" clId="{2624846A-D60A-4283-9BBC-4A4C31DF337D}" dt="2026-09-10T12:12:41.302" v="2043" actId="1076"/>
          <ac:cxnSpMkLst>
            <pc:docMk/>
            <pc:sldMk cId="0" sldId="258"/>
            <ac:cxnSpMk id="32" creationId="{0213E4FB-18AC-D4CF-D6F7-EA4FEE1A32F7}"/>
          </ac:cxnSpMkLst>
        </pc:cxnChg>
        <pc:cxnChg chg="mod">
          <ac:chgData name="Rashi Singh Gaharwar" userId="f0f6584cd54e5067" providerId="LiveId" clId="{2624846A-D60A-4283-9BBC-4A4C31DF337D}" dt="2026-09-10T12:12:54.308" v="2046" actId="1076"/>
          <ac:cxnSpMkLst>
            <pc:docMk/>
            <pc:sldMk cId="0" sldId="258"/>
            <ac:cxnSpMk id="36" creationId="{B5AF0BE8-6862-D283-5DA9-36B1B68FF532}"/>
          </ac:cxnSpMkLst>
        </pc:cxnChg>
      </pc:sldChg>
      <pc:sldChg chg="addSp delSp modSp mod">
        <pc:chgData name="Rashi Singh Gaharwar" userId="f0f6584cd54e5067" providerId="LiveId" clId="{2624846A-D60A-4283-9BBC-4A4C31DF337D}" dt="2026-09-10T13:18:49.838" v="2581" actId="1076"/>
        <pc:sldMkLst>
          <pc:docMk/>
          <pc:sldMk cId="0" sldId="259"/>
        </pc:sldMkLst>
        <pc:spChg chg="mod">
          <ac:chgData name="Rashi Singh Gaharwar" userId="f0f6584cd54e5067" providerId="LiveId" clId="{2624846A-D60A-4283-9BBC-4A4C31DF337D}" dt="2026-09-10T13:03:03.243" v="2476" actId="1076"/>
          <ac:spMkLst>
            <pc:docMk/>
            <pc:sldMk cId="0" sldId="259"/>
            <ac:spMk id="2" creationId="{00000000-0000-0000-0000-000000000000}"/>
          </ac:spMkLst>
        </pc:spChg>
        <pc:spChg chg="mod">
          <ac:chgData name="Rashi Singh Gaharwar" userId="f0f6584cd54e5067" providerId="LiveId" clId="{2624846A-D60A-4283-9BBC-4A4C31DF337D}" dt="2026-09-10T13:04:49.531" v="2489" actId="1076"/>
          <ac:spMkLst>
            <pc:docMk/>
            <pc:sldMk cId="0" sldId="259"/>
            <ac:spMk id="5" creationId="{00000000-0000-0000-0000-000000000000}"/>
          </ac:spMkLst>
        </pc:spChg>
        <pc:spChg chg="mod">
          <ac:chgData name="Rashi Singh Gaharwar" userId="f0f6584cd54e5067" providerId="LiveId" clId="{2624846A-D60A-4283-9BBC-4A4C31DF337D}" dt="2026-09-10T13:05:29.275" v="2493" actId="1076"/>
          <ac:spMkLst>
            <pc:docMk/>
            <pc:sldMk cId="0" sldId="259"/>
            <ac:spMk id="6" creationId="{00000000-0000-0000-0000-000000000000}"/>
          </ac:spMkLst>
        </pc:spChg>
        <pc:spChg chg="mod">
          <ac:chgData name="Rashi Singh Gaharwar" userId="f0f6584cd54e5067" providerId="LiveId" clId="{2624846A-D60A-4283-9BBC-4A4C31DF337D}" dt="2026-09-10T13:05:26.994" v="2492" actId="1076"/>
          <ac:spMkLst>
            <pc:docMk/>
            <pc:sldMk cId="0" sldId="259"/>
            <ac:spMk id="7" creationId="{00000000-0000-0000-0000-000000000000}"/>
          </ac:spMkLst>
        </pc:spChg>
        <pc:spChg chg="mod">
          <ac:chgData name="Rashi Singh Gaharwar" userId="f0f6584cd54e5067" providerId="LiveId" clId="{2624846A-D60A-4283-9BBC-4A4C31DF337D}" dt="2026-09-10T13:04:52.835" v="2490" actId="1076"/>
          <ac:spMkLst>
            <pc:docMk/>
            <pc:sldMk cId="0" sldId="259"/>
            <ac:spMk id="8" creationId="{00000000-0000-0000-0000-000000000000}"/>
          </ac:spMkLst>
        </pc:spChg>
        <pc:spChg chg="mod">
          <ac:chgData name="Rashi Singh Gaharwar" userId="f0f6584cd54e5067" providerId="LiveId" clId="{2624846A-D60A-4283-9BBC-4A4C31DF337D}" dt="2026-09-10T12:58:26.717" v="2449" actId="1076"/>
          <ac:spMkLst>
            <pc:docMk/>
            <pc:sldMk cId="0" sldId="259"/>
            <ac:spMk id="9" creationId="{00000000-0000-0000-0000-000000000000}"/>
          </ac:spMkLst>
        </pc:spChg>
        <pc:spChg chg="mod">
          <ac:chgData name="Rashi Singh Gaharwar" userId="f0f6584cd54e5067" providerId="LiveId" clId="{2624846A-D60A-4283-9BBC-4A4C31DF337D}" dt="2026-09-10T13:05:38.243" v="2494" actId="1076"/>
          <ac:spMkLst>
            <pc:docMk/>
            <pc:sldMk cId="0" sldId="259"/>
            <ac:spMk id="11" creationId="{00000000-0000-0000-0000-000000000000}"/>
          </ac:spMkLst>
        </pc:spChg>
        <pc:spChg chg="del mod">
          <ac:chgData name="Rashi Singh Gaharwar" userId="f0f6584cd54e5067" providerId="LiveId" clId="{2624846A-D60A-4283-9BBC-4A4C31DF337D}" dt="2026-09-10T12:51:09.393" v="2351" actId="21"/>
          <ac:spMkLst>
            <pc:docMk/>
            <pc:sldMk cId="0" sldId="259"/>
            <ac:spMk id="13" creationId="{00000000-0000-0000-0000-000000000000}"/>
          </ac:spMkLst>
        </pc:spChg>
        <pc:spChg chg="del mod">
          <ac:chgData name="Rashi Singh Gaharwar" userId="f0f6584cd54e5067" providerId="LiveId" clId="{2624846A-D60A-4283-9BBC-4A4C31DF337D}" dt="2026-09-10T12:52:16.200" v="2361" actId="21"/>
          <ac:spMkLst>
            <pc:docMk/>
            <pc:sldMk cId="0" sldId="259"/>
            <ac:spMk id="14" creationId="{00000000-0000-0000-0000-000000000000}"/>
          </ac:spMkLst>
        </pc:spChg>
        <pc:spChg chg="del mod">
          <ac:chgData name="Rashi Singh Gaharwar" userId="f0f6584cd54e5067" providerId="LiveId" clId="{2624846A-D60A-4283-9BBC-4A4C31DF337D}" dt="2026-09-10T12:44:19.678" v="2290" actId="21"/>
          <ac:spMkLst>
            <pc:docMk/>
            <pc:sldMk cId="0" sldId="259"/>
            <ac:spMk id="15" creationId="{00000000-0000-0000-0000-000000000000}"/>
          </ac:spMkLst>
        </pc:spChg>
        <pc:spChg chg="del mod">
          <ac:chgData name="Rashi Singh Gaharwar" userId="f0f6584cd54e5067" providerId="LiveId" clId="{2624846A-D60A-4283-9BBC-4A4C31DF337D}" dt="2026-09-10T12:33:31.394" v="2207" actId="21"/>
          <ac:spMkLst>
            <pc:docMk/>
            <pc:sldMk cId="0" sldId="259"/>
            <ac:spMk id="16" creationId="{00000000-0000-0000-0000-000000000000}"/>
          </ac:spMkLst>
        </pc:spChg>
        <pc:spChg chg="del mod">
          <ac:chgData name="Rashi Singh Gaharwar" userId="f0f6584cd54e5067" providerId="LiveId" clId="{2624846A-D60A-4283-9BBC-4A4C31DF337D}" dt="2026-09-10T12:49:47.550" v="2339" actId="21"/>
          <ac:spMkLst>
            <pc:docMk/>
            <pc:sldMk cId="0" sldId="259"/>
            <ac:spMk id="17" creationId="{00000000-0000-0000-0000-000000000000}"/>
          </ac:spMkLst>
        </pc:spChg>
        <pc:spChg chg="mod">
          <ac:chgData name="Rashi Singh Gaharwar" userId="f0f6584cd54e5067" providerId="LiveId" clId="{2624846A-D60A-4283-9BBC-4A4C31DF337D}" dt="2026-09-10T12:32:02.534" v="2178" actId="1076"/>
          <ac:spMkLst>
            <pc:docMk/>
            <pc:sldMk cId="0" sldId="259"/>
            <ac:spMk id="18" creationId="{00000000-0000-0000-0000-000000000000}"/>
          </ac:spMkLst>
        </pc:spChg>
        <pc:spChg chg="del mod">
          <ac:chgData name="Rashi Singh Gaharwar" userId="f0f6584cd54e5067" providerId="LiveId" clId="{2624846A-D60A-4283-9BBC-4A4C31DF337D}" dt="2026-09-10T12:42:48.811" v="2274"/>
          <ac:spMkLst>
            <pc:docMk/>
            <pc:sldMk cId="0" sldId="259"/>
            <ac:spMk id="19" creationId="{00000000-0000-0000-0000-000000000000}"/>
          </ac:spMkLst>
        </pc:spChg>
        <pc:spChg chg="del mod">
          <ac:chgData name="Rashi Singh Gaharwar" userId="f0f6584cd54e5067" providerId="LiveId" clId="{2624846A-D60A-4283-9BBC-4A4C31DF337D}" dt="2026-09-10T12:24:14.304" v="2124"/>
          <ac:spMkLst>
            <pc:docMk/>
            <pc:sldMk cId="0" sldId="259"/>
            <ac:spMk id="22" creationId="{8261C0ED-E99E-7AE4-A276-D940877B2C3B}"/>
          </ac:spMkLst>
        </pc:spChg>
        <pc:spChg chg="del mod">
          <ac:chgData name="Rashi Singh Gaharwar" userId="f0f6584cd54e5067" providerId="LiveId" clId="{2624846A-D60A-4283-9BBC-4A4C31DF337D}" dt="2026-09-10T12:24:04.686" v="2120"/>
          <ac:spMkLst>
            <pc:docMk/>
            <pc:sldMk cId="0" sldId="259"/>
            <ac:spMk id="25" creationId="{385097E0-2229-7B08-1512-47FFBA45DBE3}"/>
          </ac:spMkLst>
        </pc:spChg>
        <pc:spChg chg="add mod">
          <ac:chgData name="Rashi Singh Gaharwar" userId="f0f6584cd54e5067" providerId="LiveId" clId="{2624846A-D60A-4283-9BBC-4A4C31DF337D}" dt="2026-09-10T13:15:00.342" v="2550" actId="1076"/>
          <ac:spMkLst>
            <pc:docMk/>
            <pc:sldMk cId="0" sldId="259"/>
            <ac:spMk id="28" creationId="{41FDC8DB-0522-0D8D-5C0C-7F1E281AC509}"/>
          </ac:spMkLst>
        </pc:spChg>
        <pc:spChg chg="add mod">
          <ac:chgData name="Rashi Singh Gaharwar" userId="f0f6584cd54e5067" providerId="LiveId" clId="{2624846A-D60A-4283-9BBC-4A4C31DF337D}" dt="2026-09-10T13:12:08.057" v="2533" actId="14100"/>
          <ac:spMkLst>
            <pc:docMk/>
            <pc:sldMk cId="0" sldId="259"/>
            <ac:spMk id="30" creationId="{2E73F3C5-B5A9-C2C2-44EC-4448531E00A6}"/>
          </ac:spMkLst>
        </pc:spChg>
        <pc:spChg chg="add mod">
          <ac:chgData name="Rashi Singh Gaharwar" userId="f0f6584cd54e5067" providerId="LiveId" clId="{2624846A-D60A-4283-9BBC-4A4C31DF337D}" dt="2026-09-10T13:05:48.882" v="2497" actId="1076"/>
          <ac:spMkLst>
            <pc:docMk/>
            <pc:sldMk cId="0" sldId="259"/>
            <ac:spMk id="31" creationId="{95DEB46A-2783-56BC-5E26-0B8235EA39E1}"/>
          </ac:spMkLst>
        </pc:spChg>
        <pc:spChg chg="add del mod">
          <ac:chgData name="Rashi Singh Gaharwar" userId="f0f6584cd54e5067" providerId="LiveId" clId="{2624846A-D60A-4283-9BBC-4A4C31DF337D}" dt="2026-09-10T12:37:56.175" v="2226"/>
          <ac:spMkLst>
            <pc:docMk/>
            <pc:sldMk cId="0" sldId="259"/>
            <ac:spMk id="32" creationId="{A9B2A731-7601-7DA4-9B34-63F6C3ACA5B0}"/>
          </ac:spMkLst>
        </pc:spChg>
        <pc:spChg chg="add del mod">
          <ac:chgData name="Rashi Singh Gaharwar" userId="f0f6584cd54e5067" providerId="LiveId" clId="{2624846A-D60A-4283-9BBC-4A4C31DF337D}" dt="2026-09-10T12:41:54.176" v="2265" actId="21"/>
          <ac:spMkLst>
            <pc:docMk/>
            <pc:sldMk cId="0" sldId="259"/>
            <ac:spMk id="33" creationId="{EEC03894-9C09-D62D-71DC-B00910CCA57A}"/>
          </ac:spMkLst>
        </pc:spChg>
        <pc:spChg chg="del mod">
          <ac:chgData name="Rashi Singh Gaharwar" userId="f0f6584cd54e5067" providerId="LiveId" clId="{2624846A-D60A-4283-9BBC-4A4C31DF337D}" dt="2026-09-10T12:23:48.869" v="2116"/>
          <ac:spMkLst>
            <pc:docMk/>
            <pc:sldMk cId="0" sldId="259"/>
            <ac:spMk id="34" creationId="{86E490AD-3370-D281-6A59-8E1EAD35DF62}"/>
          </ac:spMkLst>
        </pc:spChg>
        <pc:spChg chg="add del mod">
          <ac:chgData name="Rashi Singh Gaharwar" userId="f0f6584cd54e5067" providerId="LiveId" clId="{2624846A-D60A-4283-9BBC-4A4C31DF337D}" dt="2026-09-10T12:41:47.991" v="2264"/>
          <ac:spMkLst>
            <pc:docMk/>
            <pc:sldMk cId="0" sldId="259"/>
            <ac:spMk id="35" creationId="{2ED0B2A0-445B-4750-6FE4-3926FA5515C5}"/>
          </ac:spMkLst>
        </pc:spChg>
        <pc:spChg chg="add mod">
          <ac:chgData name="Rashi Singh Gaharwar" userId="f0f6584cd54e5067" providerId="LiveId" clId="{2624846A-D60A-4283-9BBC-4A4C31DF337D}" dt="2026-09-10T13:05:42.253" v="2496" actId="14100"/>
          <ac:spMkLst>
            <pc:docMk/>
            <pc:sldMk cId="0" sldId="259"/>
            <ac:spMk id="36" creationId="{10BDF4A7-EFBC-F69E-6F91-A08B243A61F2}"/>
          </ac:spMkLst>
        </pc:spChg>
        <pc:spChg chg="del mod">
          <ac:chgData name="Rashi Singh Gaharwar" userId="f0f6584cd54e5067" providerId="LiveId" clId="{2624846A-D60A-4283-9BBC-4A4C31DF337D}" dt="2026-09-10T12:24:52.406" v="2129"/>
          <ac:spMkLst>
            <pc:docMk/>
            <pc:sldMk cId="0" sldId="259"/>
            <ac:spMk id="37" creationId="{3998DABD-C7CE-201A-9EB0-DB8E2EB3B149}"/>
          </ac:spMkLst>
        </pc:spChg>
        <pc:spChg chg="del mod">
          <ac:chgData name="Rashi Singh Gaharwar" userId="f0f6584cd54e5067" providerId="LiveId" clId="{2624846A-D60A-4283-9BBC-4A4C31DF337D}" dt="2026-09-10T12:25:23.821" v="2134"/>
          <ac:spMkLst>
            <pc:docMk/>
            <pc:sldMk cId="0" sldId="259"/>
            <ac:spMk id="38" creationId="{585C4C68-6773-E556-515B-1C56D99ADFE1}"/>
          </ac:spMkLst>
        </pc:spChg>
        <pc:spChg chg="del mod">
          <ac:chgData name="Rashi Singh Gaharwar" userId="f0f6584cd54e5067" providerId="LiveId" clId="{2624846A-D60A-4283-9BBC-4A4C31DF337D}" dt="2026-09-10T12:25:46.471" v="2139"/>
          <ac:spMkLst>
            <pc:docMk/>
            <pc:sldMk cId="0" sldId="259"/>
            <ac:spMk id="39" creationId="{BDE530F9-7307-20CC-EE5A-54E672DE5C31}"/>
          </ac:spMkLst>
        </pc:spChg>
        <pc:spChg chg="add mod">
          <ac:chgData name="Rashi Singh Gaharwar" userId="f0f6584cd54e5067" providerId="LiveId" clId="{2624846A-D60A-4283-9BBC-4A4C31DF337D}" dt="2026-09-10T13:06:40.922" v="2506" actId="1076"/>
          <ac:spMkLst>
            <pc:docMk/>
            <pc:sldMk cId="0" sldId="259"/>
            <ac:spMk id="42" creationId="{14EF0A31-4443-D5DB-0759-068A3B9D2CDB}"/>
          </ac:spMkLst>
        </pc:spChg>
        <pc:spChg chg="add mod">
          <ac:chgData name="Rashi Singh Gaharwar" userId="f0f6584cd54e5067" providerId="LiveId" clId="{2624846A-D60A-4283-9BBC-4A4C31DF337D}" dt="2026-09-10T13:06:33.642" v="2505" actId="1076"/>
          <ac:spMkLst>
            <pc:docMk/>
            <pc:sldMk cId="0" sldId="259"/>
            <ac:spMk id="49" creationId="{92A8E57B-3B8C-1A16-0FF2-3DC82DA0401E}"/>
          </ac:spMkLst>
        </pc:spChg>
        <pc:spChg chg="add mod">
          <ac:chgData name="Rashi Singh Gaharwar" userId="f0f6584cd54e5067" providerId="LiveId" clId="{2624846A-D60A-4283-9BBC-4A4C31DF337D}" dt="2026-09-10T13:06:29.810" v="2504" actId="1076"/>
          <ac:spMkLst>
            <pc:docMk/>
            <pc:sldMk cId="0" sldId="259"/>
            <ac:spMk id="50" creationId="{E3DFBB9C-5CE6-2B80-F4B9-09DF13AE547C}"/>
          </ac:spMkLst>
        </pc:spChg>
        <pc:spChg chg="add del mod">
          <ac:chgData name="Rashi Singh Gaharwar" userId="f0f6584cd54e5067" providerId="LiveId" clId="{2624846A-D60A-4283-9BBC-4A4C31DF337D}" dt="2026-09-10T12:51:24.961" v="2354"/>
          <ac:spMkLst>
            <pc:docMk/>
            <pc:sldMk cId="0" sldId="259"/>
            <ac:spMk id="51" creationId="{F10F57D0-7AC3-B50B-3F14-D8998EA31E56}"/>
          </ac:spMkLst>
        </pc:spChg>
        <pc:spChg chg="add mod">
          <ac:chgData name="Rashi Singh Gaharwar" userId="f0f6584cd54e5067" providerId="LiveId" clId="{2624846A-D60A-4283-9BBC-4A4C31DF337D}" dt="2026-09-10T13:06:24.730" v="2503" actId="1076"/>
          <ac:spMkLst>
            <pc:docMk/>
            <pc:sldMk cId="0" sldId="259"/>
            <ac:spMk id="52" creationId="{7D68A7D2-1A4D-265A-EE4A-4418A8AA8CEB}"/>
          </ac:spMkLst>
        </pc:spChg>
        <pc:spChg chg="add mod">
          <ac:chgData name="Rashi Singh Gaharwar" userId="f0f6584cd54e5067" providerId="LiveId" clId="{2624846A-D60A-4283-9BBC-4A4C31DF337D}" dt="2026-09-10T13:09:27.673" v="2521" actId="1076"/>
          <ac:spMkLst>
            <pc:docMk/>
            <pc:sldMk cId="0" sldId="259"/>
            <ac:spMk id="53" creationId="{AF32D30F-EFE3-1ACC-98A6-0E6D2F4CEF36}"/>
          </ac:spMkLst>
        </pc:spChg>
        <pc:spChg chg="add mod">
          <ac:chgData name="Rashi Singh Gaharwar" userId="f0f6584cd54e5067" providerId="LiveId" clId="{2624846A-D60A-4283-9BBC-4A4C31DF337D}" dt="2026-09-10T12:55:41.653" v="2437" actId="1076"/>
          <ac:spMkLst>
            <pc:docMk/>
            <pc:sldMk cId="0" sldId="259"/>
            <ac:spMk id="54" creationId="{8F119993-CAF5-EA02-7528-7B69699A54DE}"/>
          </ac:spMkLst>
        </pc:spChg>
        <pc:spChg chg="add mod">
          <ac:chgData name="Rashi Singh Gaharwar" userId="f0f6584cd54e5067" providerId="LiveId" clId="{2624846A-D60A-4283-9BBC-4A4C31DF337D}" dt="2026-09-10T13:15:41.173" v="2557" actId="122"/>
          <ac:spMkLst>
            <pc:docMk/>
            <pc:sldMk cId="0" sldId="259"/>
            <ac:spMk id="67" creationId="{D3C74640-DDBC-7285-1362-0A91964B06EB}"/>
          </ac:spMkLst>
        </pc:spChg>
        <pc:spChg chg="add mod">
          <ac:chgData name="Rashi Singh Gaharwar" userId="f0f6584cd54e5067" providerId="LiveId" clId="{2624846A-D60A-4283-9BBC-4A4C31DF337D}" dt="2026-09-10T13:15:31.799" v="2555" actId="122"/>
          <ac:spMkLst>
            <pc:docMk/>
            <pc:sldMk cId="0" sldId="259"/>
            <ac:spMk id="68" creationId="{199C1044-29FC-495B-2FF2-95EE86DC4E9D}"/>
          </ac:spMkLst>
        </pc:spChg>
        <pc:spChg chg="add mod">
          <ac:chgData name="Rashi Singh Gaharwar" userId="f0f6584cd54e5067" providerId="LiveId" clId="{2624846A-D60A-4283-9BBC-4A4C31DF337D}" dt="2026-09-10T13:15:17.631" v="2553" actId="1076"/>
          <ac:spMkLst>
            <pc:docMk/>
            <pc:sldMk cId="0" sldId="259"/>
            <ac:spMk id="69" creationId="{6CCA1F80-F2B5-7388-2FBE-C71FA5F92FBE}"/>
          </ac:spMkLst>
        </pc:spChg>
        <pc:spChg chg="add mod">
          <ac:chgData name="Rashi Singh Gaharwar" userId="f0f6584cd54e5067" providerId="LiveId" clId="{2624846A-D60A-4283-9BBC-4A4C31DF337D}" dt="2026-09-10T13:17:12.407" v="2570" actId="1076"/>
          <ac:spMkLst>
            <pc:docMk/>
            <pc:sldMk cId="0" sldId="259"/>
            <ac:spMk id="70" creationId="{89149A2F-2EC9-4D48-A5B3-1E0A92769AFD}"/>
          </ac:spMkLst>
        </pc:spChg>
        <pc:spChg chg="add mod">
          <ac:chgData name="Rashi Singh Gaharwar" userId="f0f6584cd54e5067" providerId="LiveId" clId="{2624846A-D60A-4283-9BBC-4A4C31DF337D}" dt="2026-09-10T13:18:49.838" v="2581" actId="1076"/>
          <ac:spMkLst>
            <pc:docMk/>
            <pc:sldMk cId="0" sldId="259"/>
            <ac:spMk id="71" creationId="{A8EC8868-78E5-1C13-88F0-AA62D126CBBB}"/>
          </ac:spMkLst>
        </pc:spChg>
        <pc:picChg chg="del">
          <ac:chgData name="Rashi Singh Gaharwar" userId="f0f6584cd54e5067" providerId="LiveId" clId="{2624846A-D60A-4283-9BBC-4A4C31DF337D}" dt="2026-09-10T12:17:57.903" v="2076" actId="21"/>
          <ac:picMkLst>
            <pc:docMk/>
            <pc:sldMk cId="0" sldId="259"/>
            <ac:picMk id="4" creationId="{602B9985-41F9-E00B-F9C2-5E8FB3D7E6B2}"/>
          </ac:picMkLst>
        </pc:picChg>
        <pc:picChg chg="del mod">
          <ac:chgData name="Rashi Singh Gaharwar" userId="f0f6584cd54e5067" providerId="LiveId" clId="{2624846A-D60A-4283-9BBC-4A4C31DF337D}" dt="2026-09-10T12:20:36.262" v="2100" actId="21"/>
          <ac:picMkLst>
            <pc:docMk/>
            <pc:sldMk cId="0" sldId="259"/>
            <ac:picMk id="12" creationId="{00000000-0000-0000-0000-000000000000}"/>
          </ac:picMkLst>
        </pc:picChg>
        <pc:picChg chg="add del mod">
          <ac:chgData name="Rashi Singh Gaharwar" userId="f0f6584cd54e5067" providerId="LiveId" clId="{2624846A-D60A-4283-9BBC-4A4C31DF337D}" dt="2026-09-10T12:18:32.837" v="2081" actId="21"/>
          <ac:picMkLst>
            <pc:docMk/>
            <pc:sldMk cId="0" sldId="259"/>
            <ac:picMk id="20" creationId="{C73ABFF2-BF6D-B0C3-8DBA-61865AAB5277}"/>
          </ac:picMkLst>
        </pc:picChg>
        <pc:picChg chg="add mod">
          <ac:chgData name="Rashi Singh Gaharwar" userId="f0f6584cd54e5067" providerId="LiveId" clId="{2624846A-D60A-4283-9BBC-4A4C31DF337D}" dt="2026-09-10T12:18:53.290" v="2083" actId="1076"/>
          <ac:picMkLst>
            <pc:docMk/>
            <pc:sldMk cId="0" sldId="259"/>
            <ac:picMk id="24" creationId="{28EFA59D-49D3-5F32-F89F-783DD88C2CB7}"/>
          </ac:picMkLst>
        </pc:picChg>
        <pc:picChg chg="add mod">
          <ac:chgData name="Rashi Singh Gaharwar" userId="f0f6584cd54e5067" providerId="LiveId" clId="{2624846A-D60A-4283-9BBC-4A4C31DF337D}" dt="2026-09-10T12:19:26.634" v="2089" actId="1076"/>
          <ac:picMkLst>
            <pc:docMk/>
            <pc:sldMk cId="0" sldId="259"/>
            <ac:picMk id="27" creationId="{B47DC788-555A-D60A-C24C-CDB0B2FB76FC}"/>
          </ac:picMkLst>
        </pc:picChg>
        <pc:picChg chg="del">
          <ac:chgData name="Rashi Singh Gaharwar" userId="f0f6584cd54e5067" providerId="LiveId" clId="{2624846A-D60A-4283-9BBC-4A4C31DF337D}" dt="2026-09-10T12:18:01.361" v="2077" actId="21"/>
          <ac:picMkLst>
            <pc:docMk/>
            <pc:sldMk cId="0" sldId="259"/>
            <ac:picMk id="29" creationId="{5302D6B5-291A-920E-2543-28EE8BF88581}"/>
          </ac:picMkLst>
        </pc:picChg>
        <pc:picChg chg="add mod">
          <ac:chgData name="Rashi Singh Gaharwar" userId="f0f6584cd54e5067" providerId="LiveId" clId="{2624846A-D60A-4283-9BBC-4A4C31DF337D}" dt="2026-09-10T13:05:58.434" v="2498" actId="1076"/>
          <ac:picMkLst>
            <pc:docMk/>
            <pc:sldMk cId="0" sldId="259"/>
            <ac:picMk id="41" creationId="{E1FC8E29-3AC4-45EB-AD59-47488AE115E9}"/>
          </ac:picMkLst>
        </pc:picChg>
        <pc:picChg chg="add mod">
          <ac:chgData name="Rashi Singh Gaharwar" userId="f0f6584cd54e5067" providerId="LiveId" clId="{2624846A-D60A-4283-9BBC-4A4C31DF337D}" dt="2026-09-10T13:06:10.778" v="2501" actId="1076"/>
          <ac:picMkLst>
            <pc:docMk/>
            <pc:sldMk cId="0" sldId="259"/>
            <ac:picMk id="44" creationId="{0858EC84-4B73-19F1-2BFD-A181A5509FB8}"/>
          </ac:picMkLst>
        </pc:picChg>
        <pc:picChg chg="add mod">
          <ac:chgData name="Rashi Singh Gaharwar" userId="f0f6584cd54e5067" providerId="LiveId" clId="{2624846A-D60A-4283-9BBC-4A4C31DF337D}" dt="2026-09-10T13:06:05.570" v="2500" actId="1076"/>
          <ac:picMkLst>
            <pc:docMk/>
            <pc:sldMk cId="0" sldId="259"/>
            <ac:picMk id="46" creationId="{5997CA17-CA0E-7431-ED43-E72EC57FED51}"/>
          </ac:picMkLst>
        </pc:picChg>
        <pc:picChg chg="add mod">
          <ac:chgData name="Rashi Singh Gaharwar" userId="f0f6584cd54e5067" providerId="LiveId" clId="{2624846A-D60A-4283-9BBC-4A4C31DF337D}" dt="2026-09-10T13:06:19.940" v="2502" actId="1076"/>
          <ac:picMkLst>
            <pc:docMk/>
            <pc:sldMk cId="0" sldId="259"/>
            <ac:picMk id="48" creationId="{71158747-568F-9032-E08D-D9CBCD4A8EB8}"/>
          </ac:picMkLst>
        </pc:picChg>
        <pc:picChg chg="add del mod">
          <ac:chgData name="Rashi Singh Gaharwar" userId="f0f6584cd54e5067" providerId="LiveId" clId="{2624846A-D60A-4283-9BBC-4A4C31DF337D}" dt="2026-09-10T13:08:06.143" v="2510" actId="21"/>
          <ac:picMkLst>
            <pc:docMk/>
            <pc:sldMk cId="0" sldId="259"/>
            <ac:picMk id="56" creationId="{08CD9A0F-3980-84C9-6DD7-2680521A9887}"/>
          </ac:picMkLst>
        </pc:picChg>
        <pc:picChg chg="add del mod">
          <ac:chgData name="Rashi Singh Gaharwar" userId="f0f6584cd54e5067" providerId="LiveId" clId="{2624846A-D60A-4283-9BBC-4A4C31DF337D}" dt="2026-09-10T13:08:20.244" v="2513" actId="21"/>
          <ac:picMkLst>
            <pc:docMk/>
            <pc:sldMk cId="0" sldId="259"/>
            <ac:picMk id="58" creationId="{3437FCEB-1BCE-0637-1E42-3FABB918E0DB}"/>
          </ac:picMkLst>
        </pc:picChg>
        <pc:picChg chg="add del mod">
          <ac:chgData name="Rashi Singh Gaharwar" userId="f0f6584cd54e5067" providerId="LiveId" clId="{2624846A-D60A-4283-9BBC-4A4C31DF337D}" dt="2026-09-10T13:08:22.731" v="2514" actId="21"/>
          <ac:picMkLst>
            <pc:docMk/>
            <pc:sldMk cId="0" sldId="259"/>
            <ac:picMk id="60" creationId="{4C88D688-B405-18FA-E14A-594D1540279E}"/>
          </ac:picMkLst>
        </pc:picChg>
        <pc:picChg chg="add mod">
          <ac:chgData name="Rashi Singh Gaharwar" userId="f0f6584cd54e5067" providerId="LiveId" clId="{2624846A-D60A-4283-9BBC-4A4C31DF337D}" dt="2026-09-10T13:14:49.424" v="2549" actId="1076"/>
          <ac:picMkLst>
            <pc:docMk/>
            <pc:sldMk cId="0" sldId="259"/>
            <ac:picMk id="62" creationId="{8483A528-6750-174A-133A-ADEE316EEC7F}"/>
          </ac:picMkLst>
        </pc:picChg>
        <pc:picChg chg="add mod">
          <ac:chgData name="Rashi Singh Gaharwar" userId="f0f6584cd54e5067" providerId="LiveId" clId="{2624846A-D60A-4283-9BBC-4A4C31DF337D}" dt="2026-09-10T13:17:04.838" v="2569" actId="14100"/>
          <ac:picMkLst>
            <pc:docMk/>
            <pc:sldMk cId="0" sldId="259"/>
            <ac:picMk id="64" creationId="{DA2E8FD6-896F-E861-A66A-9E8C55AEFFDB}"/>
          </ac:picMkLst>
        </pc:picChg>
        <pc:picChg chg="add mod">
          <ac:chgData name="Rashi Singh Gaharwar" userId="f0f6584cd54e5067" providerId="LiveId" clId="{2624846A-D60A-4283-9BBC-4A4C31DF337D}" dt="2026-09-10T13:18:44.190" v="2580" actId="14100"/>
          <ac:picMkLst>
            <pc:docMk/>
            <pc:sldMk cId="0" sldId="259"/>
            <ac:picMk id="66" creationId="{A409A5EB-329B-3D56-C016-E316A0AC82BE}"/>
          </ac:picMkLst>
        </pc:picChg>
      </pc:sldChg>
      <pc:sldChg chg="addSp delSp modSp mod">
        <pc:chgData name="Rashi Singh Gaharwar" userId="f0f6584cd54e5067" providerId="LiveId" clId="{2624846A-D60A-4283-9BBC-4A4C31DF337D}" dt="2026-09-10T13:23:04.365" v="2606" actId="255"/>
        <pc:sldMkLst>
          <pc:docMk/>
          <pc:sldMk cId="0" sldId="260"/>
        </pc:sldMkLst>
        <pc:spChg chg="mod">
          <ac:chgData name="Rashi Singh Gaharwar" userId="f0f6584cd54e5067" providerId="LiveId" clId="{2624846A-D60A-4283-9BBC-4A4C31DF337D}" dt="2026-09-10T13:23:04.365" v="2606" actId="255"/>
          <ac:spMkLst>
            <pc:docMk/>
            <pc:sldMk cId="0" sldId="260"/>
            <ac:spMk id="34" creationId="{00000000-0000-0000-0000-000000000000}"/>
          </ac:spMkLst>
        </pc:spChg>
        <pc:picChg chg="del">
          <ac:chgData name="Rashi Singh Gaharwar" userId="f0f6584cd54e5067" providerId="LiveId" clId="{2624846A-D60A-4283-9BBC-4A4C31DF337D}" dt="2026-09-10T13:20:40.754" v="2582" actId="21"/>
          <ac:picMkLst>
            <pc:docMk/>
            <pc:sldMk cId="0" sldId="260"/>
            <ac:picMk id="31" creationId="{13EAEBC5-77D7-EEEF-0769-BE4EDD9818E4}"/>
          </ac:picMkLst>
        </pc:picChg>
        <pc:picChg chg="add mod">
          <ac:chgData name="Rashi Singh Gaharwar" userId="f0f6584cd54e5067" providerId="LiveId" clId="{2624846A-D60A-4283-9BBC-4A4C31DF337D}" dt="2026-09-10T13:21:55.759" v="2598" actId="1076"/>
          <ac:picMkLst>
            <pc:docMk/>
            <pc:sldMk cId="0" sldId="260"/>
            <ac:picMk id="47" creationId="{A20FA6C7-05C3-2B6F-C543-FC253E216651}"/>
          </ac:picMkLst>
        </pc:picChg>
        <pc:picChg chg="add mod">
          <ac:chgData name="Rashi Singh Gaharwar" userId="f0f6584cd54e5067" providerId="LiveId" clId="{2624846A-D60A-4283-9BBC-4A4C31DF337D}" dt="2026-09-10T13:22:31.039" v="2602" actId="1076"/>
          <ac:picMkLst>
            <pc:docMk/>
            <pc:sldMk cId="0" sldId="260"/>
            <ac:picMk id="63" creationId="{3F4BFCED-0DF6-376C-173E-3315F09B2713}"/>
          </ac:picMkLst>
        </pc:picChg>
        <pc:picChg chg="del">
          <ac:chgData name="Rashi Singh Gaharwar" userId="f0f6584cd54e5067" providerId="LiveId" clId="{2624846A-D60A-4283-9BBC-4A4C31DF337D}" dt="2026-09-10T13:20:42.989" v="2583" actId="21"/>
          <ac:picMkLst>
            <pc:docMk/>
            <pc:sldMk cId="0" sldId="260"/>
            <ac:picMk id="73" creationId="{E51DA343-F6BB-9762-A0AF-4B1293A2533D}"/>
          </ac:picMkLst>
        </pc:picChg>
      </pc:sldChg>
      <pc:sldChg chg="addSp delSp modSp mod">
        <pc:chgData name="Rashi Singh Gaharwar" userId="f0f6584cd54e5067" providerId="LiveId" clId="{2624846A-D60A-4283-9BBC-4A4C31DF337D}" dt="2026-09-10T13:22:55.173" v="2605" actId="1076"/>
        <pc:sldMkLst>
          <pc:docMk/>
          <pc:sldMk cId="0" sldId="261"/>
        </pc:sldMkLst>
        <pc:spChg chg="mod">
          <ac:chgData name="Rashi Singh Gaharwar" userId="f0f6584cd54e5067" providerId="LiveId" clId="{2624846A-D60A-4283-9BBC-4A4C31DF337D}" dt="2026-09-10T13:20:57.471" v="2586" actId="255"/>
          <ac:spMkLst>
            <pc:docMk/>
            <pc:sldMk cId="0" sldId="261"/>
            <ac:spMk id="2" creationId="{00000000-0000-0000-0000-000000000000}"/>
          </ac:spMkLst>
        </pc:spChg>
        <pc:picChg chg="del">
          <ac:chgData name="Rashi Singh Gaharwar" userId="f0f6584cd54e5067" providerId="LiveId" clId="{2624846A-D60A-4283-9BBC-4A4C31DF337D}" dt="2026-09-10T13:20:47.672" v="2584" actId="21"/>
          <ac:picMkLst>
            <pc:docMk/>
            <pc:sldMk cId="0" sldId="261"/>
            <ac:picMk id="41" creationId="{956CF4F4-3BAC-74F1-F017-7F2DD1A76A42}"/>
          </ac:picMkLst>
        </pc:picChg>
        <pc:picChg chg="del">
          <ac:chgData name="Rashi Singh Gaharwar" userId="f0f6584cd54e5067" providerId="LiveId" clId="{2624846A-D60A-4283-9BBC-4A4C31DF337D}" dt="2026-09-10T12:37:59.869" v="2227" actId="21"/>
          <ac:picMkLst>
            <pc:docMk/>
            <pc:sldMk cId="0" sldId="261"/>
            <ac:picMk id="46" creationId="{81EA9071-AA4B-466C-A7B2-8D8D188DA318}"/>
          </ac:picMkLst>
        </pc:picChg>
        <pc:picChg chg="add del mod">
          <ac:chgData name="Rashi Singh Gaharwar" userId="f0f6584cd54e5067" providerId="LiveId" clId="{2624846A-D60A-4283-9BBC-4A4C31DF337D}" dt="2026-09-10T12:38:19.306" v="2233" actId="1076"/>
          <ac:picMkLst>
            <pc:docMk/>
            <pc:sldMk cId="0" sldId="261"/>
            <ac:picMk id="48" creationId="{305D1D36-F280-80D7-FD42-FF7393661654}"/>
          </ac:picMkLst>
        </pc:picChg>
        <pc:picChg chg="mod">
          <ac:chgData name="Rashi Singh Gaharwar" userId="f0f6584cd54e5067" providerId="LiveId" clId="{2624846A-D60A-4283-9BBC-4A4C31DF337D}" dt="2026-09-10T12:38:21.530" v="2234" actId="1076"/>
          <ac:picMkLst>
            <pc:docMk/>
            <pc:sldMk cId="0" sldId="261"/>
            <ac:picMk id="50" creationId="{ABC0F81B-1BF8-D7B5-C753-F878A6481824}"/>
          </ac:picMkLst>
        </pc:picChg>
        <pc:picChg chg="add mod">
          <ac:chgData name="Rashi Singh Gaharwar" userId="f0f6584cd54e5067" providerId="LiveId" clId="{2624846A-D60A-4283-9BBC-4A4C31DF337D}" dt="2026-09-10T13:22:55.173" v="2605" actId="1076"/>
          <ac:picMkLst>
            <pc:docMk/>
            <pc:sldMk cId="0" sldId="261"/>
            <ac:picMk id="52" creationId="{5B6BA655-139F-C4C5-54D8-A0C02A3FB50F}"/>
          </ac:picMkLst>
        </pc:picChg>
        <pc:picChg chg="add mod">
          <ac:chgData name="Rashi Singh Gaharwar" userId="f0f6584cd54e5067" providerId="LiveId" clId="{2624846A-D60A-4283-9BBC-4A4C31DF337D}" dt="2026-09-10T13:22:47.079" v="2604" actId="1076"/>
          <ac:picMkLst>
            <pc:docMk/>
            <pc:sldMk cId="0" sldId="261"/>
            <ac:picMk id="54" creationId="{4D314A08-7145-FC48-2A2D-90222FA5501A}"/>
          </ac:picMkLst>
        </pc:picChg>
        <pc:picChg chg="del">
          <ac:chgData name="Rashi Singh Gaharwar" userId="f0f6584cd54e5067" providerId="LiveId" clId="{2624846A-D60A-4283-9BBC-4A4C31DF337D}" dt="2026-09-10T13:20:49.735" v="2585" actId="21"/>
          <ac:picMkLst>
            <pc:docMk/>
            <pc:sldMk cId="0" sldId="261"/>
            <ac:picMk id="66" creationId="{8BD7A052-F410-842E-1E79-251A367F00CD}"/>
          </ac:picMkLst>
        </pc:picChg>
      </pc:sldChg>
      <pc:sldChg chg="addSp delSp modSp new del mod">
        <pc:chgData name="Rashi Singh Gaharwar" userId="f0f6584cd54e5067" providerId="LiveId" clId="{2624846A-D60A-4283-9BBC-4A4C31DF337D}" dt="2026-09-10T12:21:19.387" v="2102" actId="2696"/>
        <pc:sldMkLst>
          <pc:docMk/>
          <pc:sldMk cId="1079166914" sldId="262"/>
        </pc:sldMkLst>
        <pc:spChg chg="add del mod">
          <ac:chgData name="Rashi Singh Gaharwar" userId="f0f6584cd54e5067" providerId="LiveId" clId="{2624846A-D60A-4283-9BBC-4A4C31DF337D}" dt="2026-09-10T11:34:30.463" v="421" actId="14100"/>
          <ac:spMkLst>
            <pc:docMk/>
            <pc:sldMk cId="1079166914" sldId="262"/>
            <ac:spMk id="3" creationId="{E3E317E1-EE25-00BC-EEEF-650FDFD9FDD3}"/>
          </ac:spMkLst>
        </pc:spChg>
        <pc:spChg chg="add del mod">
          <ac:chgData name="Rashi Singh Gaharwar" userId="f0f6584cd54e5067" providerId="LiveId" clId="{2624846A-D60A-4283-9BBC-4A4C31DF337D}" dt="2026-09-10T11:28:38.219" v="56" actId="22"/>
          <ac:spMkLst>
            <pc:docMk/>
            <pc:sldMk cId="1079166914" sldId="262"/>
            <ac:spMk id="5" creationId="{DE781B81-B7A9-F9AE-4FDE-5169BB9BF0B6}"/>
          </ac:spMkLst>
        </pc:spChg>
        <pc:spChg chg="add mod">
          <ac:chgData name="Rashi Singh Gaharwar" userId="f0f6584cd54e5067" providerId="LiveId" clId="{2624846A-D60A-4283-9BBC-4A4C31DF337D}" dt="2026-09-10T11:41:20.970" v="868" actId="14100"/>
          <ac:spMkLst>
            <pc:docMk/>
            <pc:sldMk cId="1079166914" sldId="262"/>
            <ac:spMk id="7" creationId="{8176D1D9-ECB7-30AD-A058-DC80F256C007}"/>
          </ac:spMkLst>
        </pc:spChg>
        <pc:spChg chg="add mod">
          <ac:chgData name="Rashi Singh Gaharwar" userId="f0f6584cd54e5067" providerId="LiveId" clId="{2624846A-D60A-4283-9BBC-4A4C31DF337D}" dt="2026-09-10T12:07:21.549" v="1294" actId="1076"/>
          <ac:spMkLst>
            <pc:docMk/>
            <pc:sldMk cId="1079166914" sldId="262"/>
            <ac:spMk id="9" creationId="{736D2EA6-8558-D0AA-A723-5E8178747EFF}"/>
          </ac:spMkLst>
        </pc:spChg>
        <pc:spChg chg="add mod">
          <ac:chgData name="Rashi Singh Gaharwar" userId="f0f6584cd54e5067" providerId="LiveId" clId="{2624846A-D60A-4283-9BBC-4A4C31DF337D}" dt="2026-09-10T12:07:30.713" v="1296" actId="1076"/>
          <ac:spMkLst>
            <pc:docMk/>
            <pc:sldMk cId="1079166914" sldId="262"/>
            <ac:spMk id="11" creationId="{770F8AFC-CE54-03C9-124E-30845E5F64D2}"/>
          </ac:spMkLst>
        </pc:spChg>
        <pc:spChg chg="add mod">
          <ac:chgData name="Rashi Singh Gaharwar" userId="f0f6584cd54e5067" providerId="LiveId" clId="{2624846A-D60A-4283-9BBC-4A4C31DF337D}" dt="2026-09-10T12:15:30.623" v="2064" actId="14100"/>
          <ac:spMkLst>
            <pc:docMk/>
            <pc:sldMk cId="1079166914" sldId="262"/>
            <ac:spMk id="13" creationId="{EAC84626-8AB7-589D-B6F0-4B1B9BEA210C}"/>
          </ac:spMkLst>
        </pc:spChg>
        <pc:spChg chg="add mod">
          <ac:chgData name="Rashi Singh Gaharwar" userId="f0f6584cd54e5067" providerId="LiveId" clId="{2624846A-D60A-4283-9BBC-4A4C31DF337D}" dt="2026-09-10T12:08:16.528" v="1301" actId="1076"/>
          <ac:spMkLst>
            <pc:docMk/>
            <pc:sldMk cId="1079166914" sldId="262"/>
            <ac:spMk id="15" creationId="{A6981F57-7203-E709-8443-C9EE48AB0D98}"/>
          </ac:spMkLst>
        </pc:spChg>
        <pc:spChg chg="add del">
          <ac:chgData name="Rashi Singh Gaharwar" userId="f0f6584cd54e5067" providerId="LiveId" clId="{2624846A-D60A-4283-9BBC-4A4C31DF337D}" dt="2026-09-10T12:13:41.590" v="2053" actId="21"/>
          <ac:spMkLst>
            <pc:docMk/>
            <pc:sldMk cId="1079166914" sldId="262"/>
            <ac:spMk id="17" creationId="{BA8574E4-09C8-1DB9-8857-FC1265CDECE2}"/>
          </ac:spMkLst>
        </pc:spChg>
      </pc:sldChg>
      <pc:sldChg chg="addSp modSp new del mod">
        <pc:chgData name="Rashi Singh Gaharwar" userId="f0f6584cd54e5067" providerId="LiveId" clId="{2624846A-D60A-4283-9BBC-4A4C31DF337D}" dt="2026-09-10T13:23:12.585" v="2607" actId="2696"/>
        <pc:sldMkLst>
          <pc:docMk/>
          <pc:sldMk cId="1903316740" sldId="262"/>
        </pc:sldMkLst>
        <pc:spChg chg="mod">
          <ac:chgData name="Rashi Singh Gaharwar" userId="f0f6584cd54e5067" providerId="LiveId" clId="{2624846A-D60A-4283-9BBC-4A4C31DF337D}" dt="2026-09-10T12:21:47.811" v="2104"/>
          <ac:spMkLst>
            <pc:docMk/>
            <pc:sldMk cId="1903316740" sldId="262"/>
            <ac:spMk id="3" creationId="{0CDD8AAC-3A62-A0EC-14AB-6CA8422C359D}"/>
          </ac:spMkLst>
        </pc:spChg>
        <pc:spChg chg="add mod">
          <ac:chgData name="Rashi Singh Gaharwar" userId="f0f6584cd54e5067" providerId="LiveId" clId="{2624846A-D60A-4283-9BBC-4A4C31DF337D}" dt="2026-09-10T13:11:18.742" v="2527" actId="1076"/>
          <ac:spMkLst>
            <pc:docMk/>
            <pc:sldMk cId="1903316740" sldId="262"/>
            <ac:spMk id="5" creationId="{59D18F33-2C0A-E7A4-130C-0A0A7B1B9D87}"/>
          </ac:spMkLst>
        </pc:spChg>
        <pc:spChg chg="add mod">
          <ac:chgData name="Rashi Singh Gaharwar" userId="f0f6584cd54e5067" providerId="LiveId" clId="{2624846A-D60A-4283-9BBC-4A4C31DF337D}" dt="2026-09-10T12:25:35.568" v="2136" actId="1076"/>
          <ac:spMkLst>
            <pc:docMk/>
            <pc:sldMk cId="1903316740" sldId="262"/>
            <ac:spMk id="7" creationId="{DE54376E-CE45-63B2-0111-3176CE24BA1A}"/>
          </ac:spMkLst>
        </pc:spChg>
        <pc:spChg chg="add mod">
          <ac:chgData name="Rashi Singh Gaharwar" userId="f0f6584cd54e5067" providerId="LiveId" clId="{2624846A-D60A-4283-9BBC-4A4C31DF337D}" dt="2026-09-10T13:16:11.268" v="2561" actId="20577"/>
          <ac:spMkLst>
            <pc:docMk/>
            <pc:sldMk cId="1903316740" sldId="262"/>
            <ac:spMk id="9" creationId="{28678CFF-C498-4231-CCA1-292FC7667DCB}"/>
          </ac:spMkLst>
        </pc:spChg>
        <pc:spChg chg="add">
          <ac:chgData name="Rashi Singh Gaharwar" userId="f0f6584cd54e5067" providerId="LiveId" clId="{2624846A-D60A-4283-9BBC-4A4C31DF337D}" dt="2026-09-10T12:25:27.451" v="2135" actId="22"/>
          <ac:spMkLst>
            <pc:docMk/>
            <pc:sldMk cId="1903316740" sldId="262"/>
            <ac:spMk id="11" creationId="{304889CC-A7B2-731F-ADB5-A40C8F529C4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0358438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A1E39A-0E59-46BA-B1AB-B52DC0A2E20D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0358438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4212A6-B809-40F2-B76B-0DD7DCC246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4219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4212A6-B809-40F2-B76B-0DD7DCC24681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26464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1" i="0">
                <a:solidFill>
                  <a:schemeClr val="tx2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1" i="0">
                <a:solidFill>
                  <a:schemeClr val="tx2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1" i="0">
                <a:solidFill>
                  <a:schemeClr val="tx2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1" i="0">
                <a:solidFill>
                  <a:schemeClr val="tx2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204090" y="-351457"/>
            <a:ext cx="13039320" cy="1866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1" i="0">
                <a:solidFill>
                  <a:schemeClr val="tx2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18" Type="http://schemas.openxmlformats.org/officeDocument/2006/relationships/image" Target="../media/image11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17" Type="http://schemas.openxmlformats.org/officeDocument/2006/relationships/image" Target="../media/image31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30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5" Type="http://schemas.openxmlformats.org/officeDocument/2006/relationships/image" Target="../media/image29.png"/><Relationship Id="rId10" Type="http://schemas.openxmlformats.org/officeDocument/2006/relationships/image" Target="../media/image24.png"/><Relationship Id="rId19" Type="http://schemas.openxmlformats.org/officeDocument/2006/relationships/image" Target="../media/image32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Relationship Id="rId14" Type="http://schemas.openxmlformats.org/officeDocument/2006/relationships/image" Target="../media/image2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12" Type="http://schemas.openxmlformats.org/officeDocument/2006/relationships/image" Target="../media/image32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11" Type="http://schemas.openxmlformats.org/officeDocument/2006/relationships/image" Target="../media/image11.png"/><Relationship Id="rId5" Type="http://schemas.openxmlformats.org/officeDocument/2006/relationships/image" Target="../media/image36.png"/><Relationship Id="rId10" Type="http://schemas.openxmlformats.org/officeDocument/2006/relationships/image" Target="../media/image41.jpeg"/><Relationship Id="rId4" Type="http://schemas.openxmlformats.org/officeDocument/2006/relationships/image" Target="../media/image35.png"/><Relationship Id="rId9" Type="http://schemas.openxmlformats.org/officeDocument/2006/relationships/image" Target="../media/image4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2204090" y="-351457"/>
            <a:ext cx="13039320" cy="1509495"/>
          </a:xfrm>
          <a:prstGeom prst="rect">
            <a:avLst/>
          </a:prstGeom>
        </p:spPr>
        <p:txBody>
          <a:bodyPr vert="horz" wrap="square" lIns="0" tIns="58049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Garamond"/>
                <a:cs typeface="Garamond"/>
              </a:rPr>
              <a:t>SMART</a:t>
            </a:r>
            <a:r>
              <a:rPr spc="-70" dirty="0">
                <a:latin typeface="Garamond"/>
                <a:cs typeface="Garamond"/>
              </a:rPr>
              <a:t> </a:t>
            </a:r>
            <a:r>
              <a:rPr dirty="0">
                <a:latin typeface="Garamond"/>
                <a:cs typeface="Garamond"/>
              </a:rPr>
              <a:t>INDIA</a:t>
            </a:r>
            <a:r>
              <a:rPr spc="-70" dirty="0">
                <a:latin typeface="Garamond"/>
                <a:cs typeface="Garamond"/>
              </a:rPr>
              <a:t> </a:t>
            </a:r>
            <a:r>
              <a:rPr dirty="0">
                <a:latin typeface="Garamond"/>
                <a:cs typeface="Garamond"/>
              </a:rPr>
              <a:t>HACKATHON</a:t>
            </a:r>
            <a:r>
              <a:rPr spc="-70" dirty="0">
                <a:latin typeface="Garamond"/>
                <a:cs typeface="Garamond"/>
              </a:rPr>
              <a:t> </a:t>
            </a:r>
            <a:r>
              <a:rPr spc="-20" dirty="0">
                <a:latin typeface="Garamond"/>
                <a:cs typeface="Garamond"/>
              </a:rPr>
              <a:t>202</a:t>
            </a:r>
            <a:r>
              <a:rPr lang="en-IN" spc="-20" dirty="0">
                <a:latin typeface="Garamond"/>
                <a:cs typeface="Garamond"/>
              </a:rPr>
              <a:t>6</a:t>
            </a:r>
            <a:endParaRPr spc="-20" dirty="0">
              <a:latin typeface="Garamond"/>
              <a:cs typeface="Garamond"/>
            </a:endParaRPr>
          </a:p>
        </p:txBody>
      </p:sp>
      <p:grpSp>
        <p:nvGrpSpPr>
          <p:cNvPr id="2" name="object 2"/>
          <p:cNvGrpSpPr/>
          <p:nvPr/>
        </p:nvGrpSpPr>
        <p:grpSpPr>
          <a:xfrm>
            <a:off x="10332317" y="1525849"/>
            <a:ext cx="6953250" cy="7734300"/>
            <a:chOff x="10332317" y="1525849"/>
            <a:chExt cx="6953250" cy="7734300"/>
          </a:xfrm>
        </p:grpSpPr>
        <p:sp>
          <p:nvSpPr>
            <p:cNvPr id="3" name="object 3"/>
            <p:cNvSpPr/>
            <p:nvPr/>
          </p:nvSpPr>
          <p:spPr>
            <a:xfrm>
              <a:off x="10332317" y="1525849"/>
              <a:ext cx="6953250" cy="7734300"/>
            </a:xfrm>
            <a:custGeom>
              <a:avLst/>
              <a:gdLst/>
              <a:ahLst/>
              <a:cxnLst/>
              <a:rect l="l" t="t" r="r" b="b"/>
              <a:pathLst>
                <a:path w="6953250" h="7734300">
                  <a:moveTo>
                    <a:pt x="5273436" y="7734296"/>
                  </a:moveTo>
                  <a:lnTo>
                    <a:pt x="2798807" y="7734296"/>
                  </a:lnTo>
                  <a:lnTo>
                    <a:pt x="2755488" y="7731508"/>
                  </a:lnTo>
                  <a:lnTo>
                    <a:pt x="2713183" y="7723272"/>
                  </a:lnTo>
                  <a:lnTo>
                    <a:pt x="2672112" y="7709780"/>
                  </a:lnTo>
                  <a:lnTo>
                    <a:pt x="2632492" y="7691227"/>
                  </a:lnTo>
                  <a:lnTo>
                    <a:pt x="2594540" y="7667804"/>
                  </a:lnTo>
                  <a:lnTo>
                    <a:pt x="2558473" y="7639705"/>
                  </a:lnTo>
                  <a:lnTo>
                    <a:pt x="2524507" y="7607121"/>
                  </a:lnTo>
                  <a:lnTo>
                    <a:pt x="2492857" y="7570247"/>
                  </a:lnTo>
                  <a:lnTo>
                    <a:pt x="2463741" y="7529275"/>
                  </a:lnTo>
                  <a:lnTo>
                    <a:pt x="2437374" y="7484398"/>
                  </a:lnTo>
                  <a:lnTo>
                    <a:pt x="2413972" y="7435808"/>
                  </a:lnTo>
                  <a:lnTo>
                    <a:pt x="1179323" y="4586120"/>
                  </a:lnTo>
                  <a:lnTo>
                    <a:pt x="1160956" y="4540721"/>
                  </a:lnTo>
                  <a:lnTo>
                    <a:pt x="1145928" y="4493595"/>
                  </a:lnTo>
                  <a:lnTo>
                    <a:pt x="1134240" y="4445089"/>
                  </a:lnTo>
                  <a:lnTo>
                    <a:pt x="1125892" y="4395547"/>
                  </a:lnTo>
                  <a:lnTo>
                    <a:pt x="1120883" y="4345316"/>
                  </a:lnTo>
                  <a:lnTo>
                    <a:pt x="1119213" y="4294741"/>
                  </a:lnTo>
                  <a:lnTo>
                    <a:pt x="1120883" y="4244169"/>
                  </a:lnTo>
                  <a:lnTo>
                    <a:pt x="1125892" y="4193944"/>
                  </a:lnTo>
                  <a:lnTo>
                    <a:pt x="1134240" y="4144412"/>
                  </a:lnTo>
                  <a:lnTo>
                    <a:pt x="1145928" y="4095920"/>
                  </a:lnTo>
                  <a:lnTo>
                    <a:pt x="1160956" y="4048812"/>
                  </a:lnTo>
                  <a:lnTo>
                    <a:pt x="1179323" y="4003435"/>
                  </a:lnTo>
                  <a:lnTo>
                    <a:pt x="1676381" y="2856166"/>
                  </a:lnTo>
                  <a:lnTo>
                    <a:pt x="1675048" y="2855404"/>
                  </a:lnTo>
                  <a:lnTo>
                    <a:pt x="1636867" y="2815961"/>
                  </a:lnTo>
                  <a:lnTo>
                    <a:pt x="1606895" y="2763657"/>
                  </a:lnTo>
                  <a:lnTo>
                    <a:pt x="1088420" y="1566942"/>
                  </a:lnTo>
                  <a:lnTo>
                    <a:pt x="1072247" y="1520003"/>
                  </a:lnTo>
                  <a:lnTo>
                    <a:pt x="1064160" y="1470046"/>
                  </a:lnTo>
                  <a:lnTo>
                    <a:pt x="1064160" y="1419083"/>
                  </a:lnTo>
                  <a:lnTo>
                    <a:pt x="1072247" y="1369127"/>
                  </a:lnTo>
                  <a:lnTo>
                    <a:pt x="1088420" y="1322188"/>
                  </a:lnTo>
                  <a:lnTo>
                    <a:pt x="1606947" y="125378"/>
                  </a:lnTo>
                  <a:lnTo>
                    <a:pt x="1630267" y="82571"/>
                  </a:lnTo>
                  <a:lnTo>
                    <a:pt x="1659084" y="47722"/>
                  </a:lnTo>
                  <a:lnTo>
                    <a:pt x="1692398" y="21776"/>
                  </a:lnTo>
                  <a:lnTo>
                    <a:pt x="1729256" y="5586"/>
                  </a:lnTo>
                  <a:lnTo>
                    <a:pt x="1768710" y="0"/>
                  </a:lnTo>
                  <a:lnTo>
                    <a:pt x="2807944" y="0"/>
                  </a:lnTo>
                  <a:lnTo>
                    <a:pt x="2855891" y="8671"/>
                  </a:lnTo>
                  <a:lnTo>
                    <a:pt x="2900250" y="33571"/>
                  </a:lnTo>
                  <a:lnTo>
                    <a:pt x="2938292" y="73030"/>
                  </a:lnTo>
                  <a:lnTo>
                    <a:pt x="2967285" y="125378"/>
                  </a:lnTo>
                  <a:lnTo>
                    <a:pt x="2984071" y="163963"/>
                  </a:lnTo>
                  <a:lnTo>
                    <a:pt x="1827535" y="163963"/>
                  </a:lnTo>
                  <a:lnTo>
                    <a:pt x="1784163" y="171647"/>
                  </a:lnTo>
                  <a:lnTo>
                    <a:pt x="1744700" y="193712"/>
                  </a:lnTo>
                  <a:lnTo>
                    <a:pt x="1710841" y="228674"/>
                  </a:lnTo>
                  <a:lnTo>
                    <a:pt x="1684281" y="275050"/>
                  </a:lnTo>
                  <a:lnTo>
                    <a:pt x="1224631" y="1336002"/>
                  </a:lnTo>
                  <a:lnTo>
                    <a:pt x="1210284" y="1377606"/>
                  </a:lnTo>
                  <a:lnTo>
                    <a:pt x="1203111" y="1421884"/>
                  </a:lnTo>
                  <a:lnTo>
                    <a:pt x="1203111" y="1467055"/>
                  </a:lnTo>
                  <a:lnTo>
                    <a:pt x="1210284" y="1511334"/>
                  </a:lnTo>
                  <a:lnTo>
                    <a:pt x="1224598" y="1552842"/>
                  </a:lnTo>
                  <a:lnTo>
                    <a:pt x="1684281" y="2613889"/>
                  </a:lnTo>
                  <a:lnTo>
                    <a:pt x="1710861" y="2660287"/>
                  </a:lnTo>
                  <a:lnTo>
                    <a:pt x="1744724" y="2695251"/>
                  </a:lnTo>
                  <a:lnTo>
                    <a:pt x="1751672" y="2699158"/>
                  </a:lnTo>
                  <a:lnTo>
                    <a:pt x="1686280" y="2850069"/>
                  </a:lnTo>
                  <a:lnTo>
                    <a:pt x="1727117" y="2870031"/>
                  </a:lnTo>
                  <a:lnTo>
                    <a:pt x="6401878" y="2874935"/>
                  </a:lnTo>
                  <a:lnTo>
                    <a:pt x="6892920" y="4003435"/>
                  </a:lnTo>
                  <a:lnTo>
                    <a:pt x="6911278" y="4048812"/>
                  </a:lnTo>
                  <a:lnTo>
                    <a:pt x="6926302" y="4095920"/>
                  </a:lnTo>
                  <a:lnTo>
                    <a:pt x="6937989" y="4144412"/>
                  </a:lnTo>
                  <a:lnTo>
                    <a:pt x="6946340" y="4193944"/>
                  </a:lnTo>
                  <a:lnTo>
                    <a:pt x="6951353" y="4244169"/>
                  </a:lnTo>
                  <a:lnTo>
                    <a:pt x="6953027" y="4294741"/>
                  </a:lnTo>
                  <a:lnTo>
                    <a:pt x="6951362" y="4345316"/>
                  </a:lnTo>
                  <a:lnTo>
                    <a:pt x="6946357" y="4395547"/>
                  </a:lnTo>
                  <a:lnTo>
                    <a:pt x="6938011" y="4445089"/>
                  </a:lnTo>
                  <a:lnTo>
                    <a:pt x="6926324" y="4493595"/>
                  </a:lnTo>
                  <a:lnTo>
                    <a:pt x="6911294" y="4540721"/>
                  </a:lnTo>
                  <a:lnTo>
                    <a:pt x="6892920" y="4586120"/>
                  </a:lnTo>
                  <a:lnTo>
                    <a:pt x="5652940" y="7435808"/>
                  </a:lnTo>
                  <a:lnTo>
                    <a:pt x="5630733" y="7484398"/>
                  </a:lnTo>
                  <a:lnTo>
                    <a:pt x="5605129" y="7529275"/>
                  </a:lnTo>
                  <a:lnTo>
                    <a:pt x="5576441" y="7570247"/>
                  </a:lnTo>
                  <a:lnTo>
                    <a:pt x="5544981" y="7607121"/>
                  </a:lnTo>
                  <a:lnTo>
                    <a:pt x="5511062" y="7639705"/>
                  </a:lnTo>
                  <a:lnTo>
                    <a:pt x="5474998" y="7667804"/>
                  </a:lnTo>
                  <a:lnTo>
                    <a:pt x="5437100" y="7691227"/>
                  </a:lnTo>
                  <a:lnTo>
                    <a:pt x="5397683" y="7709780"/>
                  </a:lnTo>
                  <a:lnTo>
                    <a:pt x="5357058" y="7723272"/>
                  </a:lnTo>
                  <a:lnTo>
                    <a:pt x="5315538" y="7731508"/>
                  </a:lnTo>
                  <a:lnTo>
                    <a:pt x="5273436" y="7734296"/>
                  </a:lnTo>
                  <a:close/>
                </a:path>
                <a:path w="6953250" h="7734300">
                  <a:moveTo>
                    <a:pt x="3278065" y="839824"/>
                  </a:moveTo>
                  <a:lnTo>
                    <a:pt x="3135858" y="839824"/>
                  </a:lnTo>
                  <a:lnTo>
                    <a:pt x="2890089" y="275050"/>
                  </a:lnTo>
                  <a:lnTo>
                    <a:pt x="2864364" y="228674"/>
                  </a:lnTo>
                  <a:lnTo>
                    <a:pt x="2830634" y="193712"/>
                  </a:lnTo>
                  <a:lnTo>
                    <a:pt x="2791318" y="171647"/>
                  </a:lnTo>
                  <a:lnTo>
                    <a:pt x="2748834" y="163963"/>
                  </a:lnTo>
                  <a:lnTo>
                    <a:pt x="2984071" y="163963"/>
                  </a:lnTo>
                  <a:lnTo>
                    <a:pt x="3278065" y="839824"/>
                  </a:lnTo>
                  <a:close/>
                </a:path>
                <a:path w="6953250" h="7734300">
                  <a:moveTo>
                    <a:pt x="2744646" y="2710971"/>
                  </a:moveTo>
                  <a:lnTo>
                    <a:pt x="1823347" y="2710971"/>
                  </a:lnTo>
                  <a:lnTo>
                    <a:pt x="1812215" y="2710476"/>
                  </a:lnTo>
                  <a:lnTo>
                    <a:pt x="1801252" y="2709006"/>
                  </a:lnTo>
                  <a:lnTo>
                    <a:pt x="1790486" y="2706590"/>
                  </a:lnTo>
                  <a:lnTo>
                    <a:pt x="1779942" y="2703254"/>
                  </a:lnTo>
                  <a:lnTo>
                    <a:pt x="1750054" y="2686677"/>
                  </a:lnTo>
                  <a:lnTo>
                    <a:pt x="2414258" y="1153746"/>
                  </a:lnTo>
                  <a:lnTo>
                    <a:pt x="2437683" y="1105135"/>
                  </a:lnTo>
                  <a:lnTo>
                    <a:pt x="2464072" y="1060244"/>
                  </a:lnTo>
                  <a:lnTo>
                    <a:pt x="2493208" y="1019266"/>
                  </a:lnTo>
                  <a:lnTo>
                    <a:pt x="2524872" y="982391"/>
                  </a:lnTo>
                  <a:lnTo>
                    <a:pt x="2558849" y="949811"/>
                  </a:lnTo>
                  <a:lnTo>
                    <a:pt x="2594919" y="921718"/>
                  </a:lnTo>
                  <a:lnTo>
                    <a:pt x="2632868" y="898303"/>
                  </a:lnTo>
                  <a:lnTo>
                    <a:pt x="2672478" y="879759"/>
                  </a:lnTo>
                  <a:lnTo>
                    <a:pt x="2713532" y="866275"/>
                  </a:lnTo>
                  <a:lnTo>
                    <a:pt x="2755818" y="858045"/>
                  </a:lnTo>
                  <a:lnTo>
                    <a:pt x="2799092" y="855258"/>
                  </a:lnTo>
                  <a:lnTo>
                    <a:pt x="3144425" y="855258"/>
                  </a:lnTo>
                  <a:lnTo>
                    <a:pt x="3347550" y="1321997"/>
                  </a:lnTo>
                  <a:lnTo>
                    <a:pt x="3361897" y="1363601"/>
                  </a:lnTo>
                  <a:lnTo>
                    <a:pt x="3369070" y="1407879"/>
                  </a:lnTo>
                  <a:lnTo>
                    <a:pt x="3369070" y="1453050"/>
                  </a:lnTo>
                  <a:lnTo>
                    <a:pt x="3361897" y="1497329"/>
                  </a:lnTo>
                  <a:lnTo>
                    <a:pt x="3347550" y="1538932"/>
                  </a:lnTo>
                  <a:lnTo>
                    <a:pt x="2885901" y="2599884"/>
                  </a:lnTo>
                  <a:lnTo>
                    <a:pt x="2860176" y="2646261"/>
                  </a:lnTo>
                  <a:lnTo>
                    <a:pt x="2826446" y="2681223"/>
                  </a:lnTo>
                  <a:lnTo>
                    <a:pt x="2787188" y="2703254"/>
                  </a:lnTo>
                  <a:lnTo>
                    <a:pt x="2744646" y="2710971"/>
                  </a:lnTo>
                  <a:close/>
                </a:path>
                <a:path w="6953250" h="7734300">
                  <a:moveTo>
                    <a:pt x="6401878" y="2874935"/>
                  </a:moveTo>
                  <a:lnTo>
                    <a:pt x="2803375" y="2874935"/>
                  </a:lnTo>
                  <a:lnTo>
                    <a:pt x="2851322" y="2866264"/>
                  </a:lnTo>
                  <a:lnTo>
                    <a:pt x="2895681" y="2841363"/>
                  </a:lnTo>
                  <a:lnTo>
                    <a:pt x="2933723" y="2801904"/>
                  </a:lnTo>
                  <a:lnTo>
                    <a:pt x="2962716" y="2749557"/>
                  </a:lnTo>
                  <a:lnTo>
                    <a:pt x="3483475" y="1552842"/>
                  </a:lnTo>
                  <a:lnTo>
                    <a:pt x="3499649" y="1505903"/>
                  </a:lnTo>
                  <a:lnTo>
                    <a:pt x="3507736" y="1455946"/>
                  </a:lnTo>
                  <a:lnTo>
                    <a:pt x="3507736" y="1404983"/>
                  </a:lnTo>
                  <a:lnTo>
                    <a:pt x="3499649" y="1355026"/>
                  </a:lnTo>
                  <a:lnTo>
                    <a:pt x="3483475" y="1308087"/>
                  </a:lnTo>
                  <a:lnTo>
                    <a:pt x="3286441" y="855258"/>
                  </a:lnTo>
                  <a:lnTo>
                    <a:pt x="5273436" y="855258"/>
                  </a:lnTo>
                  <a:lnTo>
                    <a:pt x="5315516" y="858045"/>
                  </a:lnTo>
                  <a:lnTo>
                    <a:pt x="5357023" y="866275"/>
                  </a:lnTo>
                  <a:lnTo>
                    <a:pt x="5397641" y="879759"/>
                  </a:lnTo>
                  <a:lnTo>
                    <a:pt x="5437058" y="898303"/>
                  </a:lnTo>
                  <a:lnTo>
                    <a:pt x="5474959" y="921718"/>
                  </a:lnTo>
                  <a:lnTo>
                    <a:pt x="5511030" y="949811"/>
                  </a:lnTo>
                  <a:lnTo>
                    <a:pt x="5544957" y="982391"/>
                  </a:lnTo>
                  <a:lnTo>
                    <a:pt x="5576425" y="1019266"/>
                  </a:lnTo>
                  <a:lnTo>
                    <a:pt x="5605121" y="1060244"/>
                  </a:lnTo>
                  <a:lnTo>
                    <a:pt x="5630731" y="1105135"/>
                  </a:lnTo>
                  <a:lnTo>
                    <a:pt x="5652940" y="1153746"/>
                  </a:lnTo>
                  <a:lnTo>
                    <a:pt x="6401878" y="2874935"/>
                  </a:lnTo>
                  <a:close/>
                </a:path>
                <a:path w="6953250" h="7734300">
                  <a:moveTo>
                    <a:pt x="1009893" y="6361232"/>
                  </a:moveTo>
                  <a:lnTo>
                    <a:pt x="408321" y="6361232"/>
                  </a:lnTo>
                  <a:lnTo>
                    <a:pt x="379957" y="6356199"/>
                  </a:lnTo>
                  <a:lnTo>
                    <a:pt x="332095" y="6318909"/>
                  </a:lnTo>
                  <a:lnTo>
                    <a:pt x="14634" y="5595910"/>
                  </a:lnTo>
                  <a:lnTo>
                    <a:pt x="0" y="5525075"/>
                  </a:lnTo>
                  <a:lnTo>
                    <a:pt x="3658" y="5488515"/>
                  </a:lnTo>
                  <a:lnTo>
                    <a:pt x="314754" y="4761516"/>
                  </a:lnTo>
                  <a:lnTo>
                    <a:pt x="354284" y="4708354"/>
                  </a:lnTo>
                  <a:lnTo>
                    <a:pt x="408321" y="4688919"/>
                  </a:lnTo>
                  <a:lnTo>
                    <a:pt x="1009893" y="4688919"/>
                  </a:lnTo>
                  <a:lnTo>
                    <a:pt x="1063327" y="4708354"/>
                  </a:lnTo>
                  <a:lnTo>
                    <a:pt x="1102127" y="4761516"/>
                  </a:lnTo>
                  <a:lnTo>
                    <a:pt x="1403579" y="5454240"/>
                  </a:lnTo>
                  <a:lnTo>
                    <a:pt x="1418214" y="5525075"/>
                  </a:lnTo>
                  <a:lnTo>
                    <a:pt x="1414555" y="5561636"/>
                  </a:lnTo>
                  <a:lnTo>
                    <a:pt x="1102127" y="6288635"/>
                  </a:lnTo>
                  <a:lnTo>
                    <a:pt x="1063327" y="6341761"/>
                  </a:lnTo>
                  <a:lnTo>
                    <a:pt x="1009893" y="6361232"/>
                  </a:lnTo>
                  <a:close/>
                </a:path>
              </a:pathLst>
            </a:custGeom>
            <a:solidFill>
              <a:srgbClr val="808080">
                <a:alpha val="14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176056" y="3076437"/>
              <a:ext cx="4805263" cy="5138260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838200" y="1349840"/>
            <a:ext cx="10058399" cy="8129789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4109720">
              <a:lnSpc>
                <a:spcPct val="100000"/>
              </a:lnSpc>
              <a:spcBef>
                <a:spcPts val="114"/>
              </a:spcBef>
            </a:pPr>
            <a:r>
              <a:rPr sz="4000" b="1" dirty="0">
                <a:latin typeface="Times New Roman"/>
                <a:cs typeface="Times New Roman"/>
              </a:rPr>
              <a:t>TITLE</a:t>
            </a:r>
            <a:r>
              <a:rPr sz="4000" b="1" spc="-15" dirty="0">
                <a:latin typeface="Times New Roman"/>
                <a:cs typeface="Times New Roman"/>
              </a:rPr>
              <a:t> </a:t>
            </a:r>
            <a:r>
              <a:rPr sz="4000" b="1" spc="-20" dirty="0">
                <a:latin typeface="Times New Roman"/>
                <a:cs typeface="Times New Roman"/>
              </a:rPr>
              <a:t>PAGE</a:t>
            </a:r>
            <a:endParaRPr sz="4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75"/>
              </a:spcBef>
            </a:pPr>
            <a:endParaRPr sz="3400" dirty="0">
              <a:latin typeface="Times New Roman"/>
              <a:cs typeface="Times New Roman"/>
            </a:endParaRPr>
          </a:p>
          <a:p>
            <a:pPr marL="469900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sz="3000" b="1" spc="130" dirty="0">
                <a:latin typeface="Century Gothic"/>
                <a:cs typeface="Century Gothic"/>
              </a:rPr>
              <a:t>Problem</a:t>
            </a:r>
            <a:r>
              <a:rPr sz="3000" b="1" spc="-200" dirty="0">
                <a:latin typeface="Century Gothic"/>
                <a:cs typeface="Century Gothic"/>
              </a:rPr>
              <a:t> </a:t>
            </a:r>
            <a:r>
              <a:rPr sz="3000" b="1" spc="180" dirty="0">
                <a:latin typeface="Century Gothic"/>
                <a:cs typeface="Century Gothic"/>
              </a:rPr>
              <a:t>Statement</a:t>
            </a:r>
            <a:r>
              <a:rPr sz="3000" b="1" spc="-185" dirty="0">
                <a:latin typeface="Century Gothic"/>
                <a:cs typeface="Century Gothic"/>
              </a:rPr>
              <a:t> </a:t>
            </a:r>
            <a:r>
              <a:rPr sz="3000" b="1" spc="55" dirty="0">
                <a:latin typeface="Century Gothic"/>
                <a:cs typeface="Century Gothic"/>
              </a:rPr>
              <a:t>ID</a:t>
            </a:r>
            <a:r>
              <a:rPr sz="3000" b="1" spc="-185" dirty="0">
                <a:latin typeface="Century Gothic"/>
                <a:cs typeface="Century Gothic"/>
              </a:rPr>
              <a:t> </a:t>
            </a:r>
            <a:r>
              <a:rPr sz="3000" b="1" spc="565" dirty="0">
                <a:latin typeface="Century Gothic"/>
                <a:cs typeface="Century Gothic"/>
              </a:rPr>
              <a:t>–</a:t>
            </a:r>
            <a:r>
              <a:rPr sz="3000" b="1" spc="-185" dirty="0">
                <a:latin typeface="Century Gothic"/>
                <a:cs typeface="Century Gothic"/>
              </a:rPr>
              <a:t> </a:t>
            </a:r>
            <a:r>
              <a:rPr sz="3000" spc="-1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SIH</a:t>
            </a:r>
            <a:r>
              <a:rPr lang="en-IN" sz="3000" spc="-1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26042</a:t>
            </a:r>
            <a:endParaRPr sz="30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469900" marR="5080" indent="-457200" algn="l">
              <a:lnSpc>
                <a:spcPct val="200400"/>
              </a:lnSpc>
              <a:buFont typeface="Arial" panose="020B0604020202020204" pitchFamily="34" charset="0"/>
              <a:buChar char="•"/>
            </a:pPr>
            <a:r>
              <a:rPr sz="3000" b="1" spc="130" dirty="0">
                <a:latin typeface="Century Gothic"/>
                <a:cs typeface="Century Gothic"/>
              </a:rPr>
              <a:t>Problem</a:t>
            </a:r>
            <a:r>
              <a:rPr sz="3000" b="1" spc="-160" dirty="0">
                <a:latin typeface="Century Gothic"/>
                <a:cs typeface="Century Gothic"/>
              </a:rPr>
              <a:t> </a:t>
            </a:r>
            <a:r>
              <a:rPr sz="3000" b="1" spc="180" dirty="0">
                <a:latin typeface="Century Gothic"/>
                <a:cs typeface="Century Gothic"/>
              </a:rPr>
              <a:t>Statement</a:t>
            </a:r>
            <a:r>
              <a:rPr sz="3000" b="1" spc="-160" dirty="0">
                <a:latin typeface="Century Gothic"/>
                <a:cs typeface="Century Gothic"/>
              </a:rPr>
              <a:t> </a:t>
            </a:r>
            <a:r>
              <a:rPr sz="3000" b="1" spc="200" dirty="0">
                <a:latin typeface="Century Gothic"/>
                <a:cs typeface="Century Gothic"/>
              </a:rPr>
              <a:t>Title</a:t>
            </a:r>
            <a:r>
              <a:rPr sz="3000" b="1" spc="-155" dirty="0">
                <a:latin typeface="Century Gothic"/>
                <a:cs typeface="Century Gothic"/>
              </a:rPr>
              <a:t> </a:t>
            </a:r>
            <a:r>
              <a:rPr lang="en-IN" sz="3000" b="1" spc="470" dirty="0">
                <a:latin typeface="Century Gothic"/>
                <a:cs typeface="Century Gothic"/>
              </a:rPr>
              <a:t>–</a:t>
            </a:r>
            <a:r>
              <a:rPr sz="3000" b="1" spc="10" dirty="0">
                <a:latin typeface="Century Gothic"/>
                <a:cs typeface="Century Gothic"/>
              </a:rPr>
              <a:t> </a:t>
            </a:r>
            <a:r>
              <a:rPr lang="en-IN" sz="3000" b="1" spc="10" dirty="0">
                <a:latin typeface="Lucida Sans Unicode"/>
                <a:cs typeface="Lucida Sans Unicode"/>
              </a:rPr>
              <a:t>AI-Powered Vernacular Pedagogy and Real-Time Translation Tool for Mother Tongue-Based Primary Education</a:t>
            </a:r>
            <a:endParaRPr lang="en-IN" sz="3000" dirty="0">
              <a:latin typeface="Lucida Sans Unicode"/>
              <a:cs typeface="Lucida Sans Unicode"/>
            </a:endParaRPr>
          </a:p>
          <a:p>
            <a:pPr marL="469900" marR="5080" indent="-457200" algn="l">
              <a:lnSpc>
                <a:spcPct val="200400"/>
              </a:lnSpc>
              <a:buFont typeface="Arial" panose="020B0604020202020204" pitchFamily="34" charset="0"/>
              <a:buChar char="•"/>
            </a:pPr>
            <a:r>
              <a:rPr sz="3000" b="1" spc="175" dirty="0">
                <a:latin typeface="Century Gothic"/>
                <a:cs typeface="Century Gothic"/>
              </a:rPr>
              <a:t>Theme</a:t>
            </a:r>
            <a:r>
              <a:rPr sz="3000" b="1" spc="-155" dirty="0">
                <a:latin typeface="Century Gothic"/>
                <a:cs typeface="Century Gothic"/>
              </a:rPr>
              <a:t> </a:t>
            </a:r>
            <a:r>
              <a:rPr lang="en-IN" sz="3000" b="1" spc="470" dirty="0">
                <a:latin typeface="Century Gothic"/>
                <a:cs typeface="Century Gothic"/>
              </a:rPr>
              <a:t>–</a:t>
            </a:r>
            <a:r>
              <a:rPr lang="en-IN" sz="3000" b="1" spc="15" dirty="0">
                <a:latin typeface="Century Gothic"/>
                <a:cs typeface="Century Gothic"/>
              </a:rPr>
              <a:t> </a:t>
            </a:r>
            <a:r>
              <a:rPr lang="en-IN" sz="3000" b="1" spc="15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Smart Education</a:t>
            </a:r>
            <a:endParaRPr sz="3000" dirty="0"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 marL="469900" indent="-457200" algn="l">
              <a:lnSpc>
                <a:spcPct val="100000"/>
              </a:lnSpc>
              <a:spcBef>
                <a:spcPts val="3495"/>
              </a:spcBef>
              <a:buFont typeface="Arial" panose="020B0604020202020204" pitchFamily="34" charset="0"/>
              <a:buChar char="•"/>
            </a:pPr>
            <a:r>
              <a:rPr sz="3000" b="1" spc="220" dirty="0">
                <a:latin typeface="Century Gothic"/>
                <a:cs typeface="Century Gothic"/>
              </a:rPr>
              <a:t>PS</a:t>
            </a:r>
            <a:r>
              <a:rPr sz="3000" b="1" spc="-190" dirty="0">
                <a:latin typeface="Century Gothic"/>
                <a:cs typeface="Century Gothic"/>
              </a:rPr>
              <a:t> </a:t>
            </a:r>
            <a:r>
              <a:rPr sz="3000" b="1" spc="85" dirty="0">
                <a:latin typeface="Century Gothic"/>
                <a:cs typeface="Century Gothic"/>
              </a:rPr>
              <a:t>Category</a:t>
            </a:r>
            <a:r>
              <a:rPr sz="3000" b="1" spc="-185" dirty="0">
                <a:latin typeface="Century Gothic"/>
                <a:cs typeface="Century Gothic"/>
              </a:rPr>
              <a:t> </a:t>
            </a:r>
            <a:r>
              <a:rPr sz="3000" b="1" spc="470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-</a:t>
            </a:r>
            <a:r>
              <a:rPr sz="3000" b="1" spc="-185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sz="3000" spc="60" dirty="0">
                <a:latin typeface="Lucida Sans Unicode" panose="020B0602030504020204" pitchFamily="34" charset="0"/>
                <a:ea typeface="ADLaM Display" panose="02010000000000000000" pitchFamily="2" charset="0"/>
                <a:cs typeface="Lucida Sans Unicode" panose="020B0602030504020204" pitchFamily="34" charset="0"/>
              </a:rPr>
              <a:t>Software</a:t>
            </a:r>
            <a:endParaRPr sz="3000" dirty="0">
              <a:latin typeface="Lucida Sans Unicode" panose="020B0602030504020204" pitchFamily="34" charset="0"/>
              <a:ea typeface="ADLaM Display" panose="02010000000000000000" pitchFamily="2" charset="0"/>
              <a:cs typeface="Lucida Sans Unicode" panose="020B0602030504020204" pitchFamily="34" charset="0"/>
            </a:endParaRPr>
          </a:p>
          <a:p>
            <a:pPr marL="469900" indent="-457200" algn="l">
              <a:lnSpc>
                <a:spcPct val="100000"/>
              </a:lnSpc>
              <a:spcBef>
                <a:spcPts val="3495"/>
              </a:spcBef>
              <a:buFont typeface="Arial" panose="020B0604020202020204" pitchFamily="34" charset="0"/>
              <a:buChar char="•"/>
            </a:pPr>
            <a:r>
              <a:rPr sz="3000" b="1" spc="200" dirty="0">
                <a:latin typeface="Century Gothic"/>
                <a:cs typeface="Century Gothic"/>
              </a:rPr>
              <a:t>Team</a:t>
            </a:r>
            <a:r>
              <a:rPr sz="3000" b="1" spc="-190" dirty="0">
                <a:latin typeface="Century Gothic"/>
                <a:cs typeface="Century Gothic"/>
              </a:rPr>
              <a:t> </a:t>
            </a:r>
            <a:r>
              <a:rPr sz="3000" b="1" spc="55" dirty="0">
                <a:latin typeface="Century Gothic"/>
                <a:cs typeface="Century Gothic"/>
              </a:rPr>
              <a:t>ID</a:t>
            </a:r>
            <a:r>
              <a:rPr sz="3000" b="1" spc="-185" dirty="0">
                <a:latin typeface="Century Gothic"/>
                <a:cs typeface="Century Gothic"/>
              </a:rPr>
              <a:t> </a:t>
            </a:r>
            <a:r>
              <a:rPr lang="en-IN" sz="3000" b="1" spc="470" dirty="0">
                <a:latin typeface="Century Gothic"/>
                <a:cs typeface="Century Gothic"/>
              </a:rPr>
              <a:t>– SIH07</a:t>
            </a:r>
          </a:p>
          <a:p>
            <a:pPr marL="469900" indent="-457200" algn="l">
              <a:lnSpc>
                <a:spcPct val="100000"/>
              </a:lnSpc>
              <a:spcBef>
                <a:spcPts val="3495"/>
              </a:spcBef>
              <a:buFont typeface="Arial" panose="020B0604020202020204" pitchFamily="34" charset="0"/>
              <a:buChar char="•"/>
            </a:pPr>
            <a:r>
              <a:rPr sz="3000" b="1" spc="200" dirty="0">
                <a:latin typeface="Century Gothic"/>
                <a:cs typeface="Century Gothic"/>
              </a:rPr>
              <a:t>Team</a:t>
            </a:r>
            <a:r>
              <a:rPr sz="3000" b="1" spc="-190" dirty="0">
                <a:latin typeface="Century Gothic"/>
                <a:cs typeface="Century Gothic"/>
              </a:rPr>
              <a:t> </a:t>
            </a:r>
            <a:r>
              <a:rPr sz="3000" b="1" spc="85" dirty="0">
                <a:latin typeface="Century Gothic"/>
                <a:cs typeface="Century Gothic"/>
              </a:rPr>
              <a:t>Name</a:t>
            </a:r>
            <a:r>
              <a:rPr sz="3000" b="1" spc="-185" dirty="0">
                <a:latin typeface="Century Gothic"/>
                <a:cs typeface="Century Gothic"/>
              </a:rPr>
              <a:t> </a:t>
            </a:r>
            <a:r>
              <a:rPr lang="en-IN" sz="3000" b="1" spc="47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–</a:t>
            </a:r>
            <a:r>
              <a:rPr sz="3000" b="1" spc="-185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en-IN" sz="3000" b="1" spc="-20" dirty="0">
                <a:latin typeface="Lucida Sans Unicode" panose="020B0602030504020204" pitchFamily="34" charset="0"/>
                <a:ea typeface="ADLaM Display" panose="02010000000000000000" pitchFamily="2" charset="0"/>
                <a:cs typeface="Lucida Sans Unicode" panose="020B0602030504020204" pitchFamily="34" charset="0"/>
              </a:rPr>
              <a:t>Mystic Wizard</a:t>
            </a:r>
            <a:endParaRPr sz="3000" dirty="0">
              <a:latin typeface="Lucida Sans Unicode" panose="020B0602030504020204" pitchFamily="34" charset="0"/>
              <a:ea typeface="ADLaM Display" panose="02010000000000000000" pitchFamily="2" charset="0"/>
              <a:cs typeface="Lucida Sans Unicode" panose="020B0602030504020204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854DEB4-65A4-F456-EA64-6E5EC01F057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69611" y="114003"/>
            <a:ext cx="2223415" cy="104403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991108" y="-636282"/>
            <a:ext cx="13868400" cy="1587472"/>
          </a:xfrm>
        </p:spPr>
        <p:txBody>
          <a:bodyPr vert="horz" wrap="square" lIns="0" tIns="657719" rIns="0" bIns="0" rtlCol="0">
            <a:spAutoFit/>
          </a:bodyPr>
          <a:lstStyle/>
          <a:p>
            <a:pPr algn="ctr"/>
            <a:r>
              <a:rPr lang="en-US" sz="5400" dirty="0"/>
              <a:t>VISTA</a:t>
            </a:r>
            <a:r>
              <a:rPr lang="en-US" dirty="0"/>
              <a:t> </a:t>
            </a:r>
          </a:p>
        </p:txBody>
      </p:sp>
      <p:sp>
        <p:nvSpPr>
          <p:cNvPr id="47" name="object 47"/>
          <p:cNvSpPr/>
          <p:nvPr/>
        </p:nvSpPr>
        <p:spPr>
          <a:xfrm>
            <a:off x="5362414" y="2947630"/>
            <a:ext cx="7343775" cy="631825"/>
          </a:xfrm>
          <a:custGeom>
            <a:avLst/>
            <a:gdLst/>
            <a:ahLst/>
            <a:cxnLst/>
            <a:rect l="l" t="t" r="r" b="b"/>
            <a:pathLst>
              <a:path w="7343775" h="631825">
                <a:moveTo>
                  <a:pt x="7028714" y="631510"/>
                </a:moveTo>
                <a:lnTo>
                  <a:pt x="315768" y="631510"/>
                </a:lnTo>
                <a:lnTo>
                  <a:pt x="266067" y="627573"/>
                </a:lnTo>
                <a:lnTo>
                  <a:pt x="218040" y="616009"/>
                </a:lnTo>
                <a:lnTo>
                  <a:pt x="172533" y="597164"/>
                </a:lnTo>
                <a:lnTo>
                  <a:pt x="130395" y="571387"/>
                </a:lnTo>
                <a:lnTo>
                  <a:pt x="92471" y="539028"/>
                </a:lnTo>
                <a:lnTo>
                  <a:pt x="60124" y="501105"/>
                </a:lnTo>
                <a:lnTo>
                  <a:pt x="34349" y="458968"/>
                </a:lnTo>
                <a:lnTo>
                  <a:pt x="15499" y="413467"/>
                </a:lnTo>
                <a:lnTo>
                  <a:pt x="3930" y="365449"/>
                </a:lnTo>
                <a:lnTo>
                  <a:pt x="0" y="315762"/>
                </a:lnTo>
                <a:lnTo>
                  <a:pt x="3930" y="266062"/>
                </a:lnTo>
                <a:lnTo>
                  <a:pt x="15499" y="218036"/>
                </a:lnTo>
                <a:lnTo>
                  <a:pt x="34349" y="172534"/>
                </a:lnTo>
                <a:lnTo>
                  <a:pt x="60124" y="130405"/>
                </a:lnTo>
                <a:lnTo>
                  <a:pt x="92471" y="92496"/>
                </a:lnTo>
                <a:lnTo>
                  <a:pt x="130395" y="60134"/>
                </a:lnTo>
                <a:lnTo>
                  <a:pt x="172533" y="34350"/>
                </a:lnTo>
                <a:lnTo>
                  <a:pt x="218040" y="15496"/>
                </a:lnTo>
                <a:lnTo>
                  <a:pt x="266067" y="3925"/>
                </a:lnTo>
                <a:lnTo>
                  <a:pt x="315768" y="0"/>
                </a:lnTo>
                <a:lnTo>
                  <a:pt x="7028714" y="0"/>
                </a:lnTo>
                <a:lnTo>
                  <a:pt x="7078400" y="3925"/>
                </a:lnTo>
                <a:lnTo>
                  <a:pt x="7126418" y="15496"/>
                </a:lnTo>
                <a:lnTo>
                  <a:pt x="7171920" y="34350"/>
                </a:lnTo>
                <a:lnTo>
                  <a:pt x="7214057" y="60134"/>
                </a:lnTo>
                <a:lnTo>
                  <a:pt x="7251980" y="92496"/>
                </a:lnTo>
                <a:lnTo>
                  <a:pt x="7284339" y="130405"/>
                </a:lnTo>
                <a:lnTo>
                  <a:pt x="7310116" y="172534"/>
                </a:lnTo>
                <a:lnTo>
                  <a:pt x="7328961" y="218036"/>
                </a:lnTo>
                <a:lnTo>
                  <a:pt x="7340524" y="266062"/>
                </a:lnTo>
                <a:lnTo>
                  <a:pt x="7343776" y="307169"/>
                </a:lnTo>
                <a:lnTo>
                  <a:pt x="7343776" y="324353"/>
                </a:lnTo>
                <a:lnTo>
                  <a:pt x="7340524" y="365449"/>
                </a:lnTo>
                <a:lnTo>
                  <a:pt x="7328961" y="413467"/>
                </a:lnTo>
                <a:lnTo>
                  <a:pt x="7310116" y="458968"/>
                </a:lnTo>
                <a:lnTo>
                  <a:pt x="7284339" y="501105"/>
                </a:lnTo>
                <a:lnTo>
                  <a:pt x="7251980" y="539028"/>
                </a:lnTo>
                <a:lnTo>
                  <a:pt x="7214057" y="571387"/>
                </a:lnTo>
                <a:lnTo>
                  <a:pt x="7171920" y="597164"/>
                </a:lnTo>
                <a:lnTo>
                  <a:pt x="7126418" y="616009"/>
                </a:lnTo>
                <a:lnTo>
                  <a:pt x="7078400" y="627573"/>
                </a:lnTo>
                <a:lnTo>
                  <a:pt x="7028714" y="631510"/>
                </a:lnTo>
                <a:close/>
              </a:path>
            </a:pathLst>
          </a:custGeom>
          <a:solidFill>
            <a:srgbClr val="8ED6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6362174" y="2991058"/>
            <a:ext cx="5660390" cy="5054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150" b="1" spc="135" dirty="0">
                <a:latin typeface="Century Gothic"/>
                <a:cs typeface="Century Gothic"/>
              </a:rPr>
              <a:t>Innovation</a:t>
            </a:r>
            <a:r>
              <a:rPr sz="3150" b="1" spc="-204" dirty="0">
                <a:latin typeface="Century Gothic"/>
                <a:cs typeface="Century Gothic"/>
              </a:rPr>
              <a:t> </a:t>
            </a:r>
            <a:r>
              <a:rPr sz="3150" b="1" spc="95" dirty="0">
                <a:latin typeface="Century Gothic"/>
                <a:cs typeface="Century Gothic"/>
              </a:rPr>
              <a:t>and</a:t>
            </a:r>
            <a:r>
              <a:rPr sz="3150" b="1" spc="-200" dirty="0">
                <a:latin typeface="Century Gothic"/>
                <a:cs typeface="Century Gothic"/>
              </a:rPr>
              <a:t> </a:t>
            </a:r>
            <a:r>
              <a:rPr sz="3150" b="1" spc="150" dirty="0">
                <a:latin typeface="Century Gothic"/>
                <a:cs typeface="Century Gothic"/>
              </a:rPr>
              <a:t>Uniqueness</a:t>
            </a:r>
            <a:endParaRPr sz="3150" dirty="0">
              <a:latin typeface="Century Gothic"/>
              <a:cs typeface="Century Gothic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18806" y="2860129"/>
            <a:ext cx="3239363" cy="174958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lvl="0"/>
            <a:endParaRPr lang="en-US" sz="1800" dirty="0"/>
          </a:p>
          <a:p>
            <a:pPr lvl="0"/>
            <a:endParaRPr lang="en-US" sz="2000" dirty="0"/>
          </a:p>
          <a:p>
            <a:pPr marL="97154" marR="414655">
              <a:lnSpc>
                <a:spcPct val="115799"/>
              </a:lnSpc>
              <a:spcBef>
                <a:spcPts val="100"/>
              </a:spcBef>
            </a:pPr>
            <a:endParaRPr lang="en-US" sz="2000" b="1" spc="170" dirty="0">
              <a:latin typeface="Century Gothic"/>
              <a:cs typeface="Century Gothic"/>
            </a:endParaRPr>
          </a:p>
          <a:p>
            <a:pPr marL="97154" marR="414655">
              <a:lnSpc>
                <a:spcPct val="115799"/>
              </a:lnSpc>
              <a:spcBef>
                <a:spcPts val="100"/>
              </a:spcBef>
            </a:pPr>
            <a:endParaRPr lang="en-US" sz="2000" b="1" spc="170" dirty="0">
              <a:latin typeface="Century Gothic"/>
              <a:cs typeface="Century Gothic"/>
            </a:endParaRPr>
          </a:p>
          <a:p>
            <a:pPr marL="12700" marR="5080" algn="l">
              <a:lnSpc>
                <a:spcPts val="2850"/>
              </a:lnSpc>
              <a:spcBef>
                <a:spcPts val="160"/>
              </a:spcBef>
            </a:pPr>
            <a:endParaRPr lang="en-IN" sz="2000" spc="-10" dirty="0">
              <a:latin typeface="Lucida Sans Unicode"/>
              <a:cs typeface="Lucida Sans Unicode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949040" y="3953636"/>
            <a:ext cx="972197" cy="1088607"/>
            <a:chOff x="4876220" y="4540636"/>
            <a:chExt cx="1109345" cy="1109345"/>
          </a:xfrm>
        </p:grpSpPr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76220" y="4540636"/>
              <a:ext cx="1109045" cy="1109045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5044439" y="4708855"/>
              <a:ext cx="772795" cy="772795"/>
            </a:xfrm>
            <a:custGeom>
              <a:avLst/>
              <a:gdLst/>
              <a:ahLst/>
              <a:cxnLst/>
              <a:rect l="l" t="t" r="r" b="b"/>
              <a:pathLst>
                <a:path w="772795" h="772795">
                  <a:moveTo>
                    <a:pt x="386303" y="772607"/>
                  </a:moveTo>
                  <a:lnTo>
                    <a:pt x="337844" y="769596"/>
                  </a:lnTo>
                  <a:lnTo>
                    <a:pt x="291182" y="760807"/>
                  </a:lnTo>
                  <a:lnTo>
                    <a:pt x="246678" y="746601"/>
                  </a:lnTo>
                  <a:lnTo>
                    <a:pt x="204695" y="727341"/>
                  </a:lnTo>
                  <a:lnTo>
                    <a:pt x="165595" y="703388"/>
                  </a:lnTo>
                  <a:lnTo>
                    <a:pt x="129739" y="675105"/>
                  </a:lnTo>
                  <a:lnTo>
                    <a:pt x="97490" y="642855"/>
                  </a:lnTo>
                  <a:lnTo>
                    <a:pt x="69209" y="606998"/>
                  </a:lnTo>
                  <a:lnTo>
                    <a:pt x="45259" y="567897"/>
                  </a:lnTo>
                  <a:lnTo>
                    <a:pt x="26001" y="525916"/>
                  </a:lnTo>
                  <a:lnTo>
                    <a:pt x="11797" y="481414"/>
                  </a:lnTo>
                  <a:lnTo>
                    <a:pt x="3009" y="434756"/>
                  </a:lnTo>
                  <a:lnTo>
                    <a:pt x="0" y="386303"/>
                  </a:lnTo>
                  <a:lnTo>
                    <a:pt x="3009" y="337850"/>
                  </a:lnTo>
                  <a:lnTo>
                    <a:pt x="11797" y="291192"/>
                  </a:lnTo>
                  <a:lnTo>
                    <a:pt x="26001" y="246690"/>
                  </a:lnTo>
                  <a:lnTo>
                    <a:pt x="45259" y="204709"/>
                  </a:lnTo>
                  <a:lnTo>
                    <a:pt x="69209" y="165608"/>
                  </a:lnTo>
                  <a:lnTo>
                    <a:pt x="97490" y="129752"/>
                  </a:lnTo>
                  <a:lnTo>
                    <a:pt x="129739" y="97501"/>
                  </a:lnTo>
                  <a:lnTo>
                    <a:pt x="165595" y="69218"/>
                  </a:lnTo>
                  <a:lnTo>
                    <a:pt x="204695" y="45265"/>
                  </a:lnTo>
                  <a:lnTo>
                    <a:pt x="246678" y="26005"/>
                  </a:lnTo>
                  <a:lnTo>
                    <a:pt x="291182" y="11799"/>
                  </a:lnTo>
                  <a:lnTo>
                    <a:pt x="337844" y="3010"/>
                  </a:lnTo>
                  <a:lnTo>
                    <a:pt x="386303" y="0"/>
                  </a:lnTo>
                  <a:lnTo>
                    <a:pt x="434756" y="3010"/>
                  </a:lnTo>
                  <a:lnTo>
                    <a:pt x="481412" y="11799"/>
                  </a:lnTo>
                  <a:lnTo>
                    <a:pt x="525911" y="26005"/>
                  </a:lnTo>
                  <a:lnTo>
                    <a:pt x="567891" y="45265"/>
                  </a:lnTo>
                  <a:lnTo>
                    <a:pt x="606988" y="69218"/>
                  </a:lnTo>
                  <a:lnTo>
                    <a:pt x="642841" y="97501"/>
                  </a:lnTo>
                  <a:lnTo>
                    <a:pt x="675088" y="129752"/>
                  </a:lnTo>
                  <a:lnTo>
                    <a:pt x="703368" y="165608"/>
                  </a:lnTo>
                  <a:lnTo>
                    <a:pt x="727317" y="204709"/>
                  </a:lnTo>
                  <a:lnTo>
                    <a:pt x="746575" y="246690"/>
                  </a:lnTo>
                  <a:lnTo>
                    <a:pt x="760779" y="291192"/>
                  </a:lnTo>
                  <a:lnTo>
                    <a:pt x="769566" y="337850"/>
                  </a:lnTo>
                  <a:lnTo>
                    <a:pt x="772576" y="386303"/>
                  </a:lnTo>
                  <a:lnTo>
                    <a:pt x="769566" y="434756"/>
                  </a:lnTo>
                  <a:lnTo>
                    <a:pt x="760779" y="481414"/>
                  </a:lnTo>
                  <a:lnTo>
                    <a:pt x="746575" y="525916"/>
                  </a:lnTo>
                  <a:lnTo>
                    <a:pt x="727317" y="567897"/>
                  </a:lnTo>
                  <a:lnTo>
                    <a:pt x="703368" y="606998"/>
                  </a:lnTo>
                  <a:lnTo>
                    <a:pt x="675088" y="642855"/>
                  </a:lnTo>
                  <a:lnTo>
                    <a:pt x="642841" y="675105"/>
                  </a:lnTo>
                  <a:lnTo>
                    <a:pt x="606988" y="703388"/>
                  </a:lnTo>
                  <a:lnTo>
                    <a:pt x="567891" y="727341"/>
                  </a:lnTo>
                  <a:lnTo>
                    <a:pt x="525911" y="746601"/>
                  </a:lnTo>
                  <a:lnTo>
                    <a:pt x="481412" y="760807"/>
                  </a:lnTo>
                  <a:lnTo>
                    <a:pt x="434756" y="769596"/>
                  </a:lnTo>
                  <a:lnTo>
                    <a:pt x="386303" y="77260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5276570" y="4154589"/>
            <a:ext cx="207739" cy="71173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550" b="1" spc="-844" dirty="0">
                <a:solidFill>
                  <a:srgbClr val="4574A6"/>
                </a:solidFill>
                <a:latin typeface="Century Gothic"/>
                <a:cs typeface="Century Gothic"/>
              </a:rPr>
              <a:t>1</a:t>
            </a:r>
            <a:endParaRPr sz="4550" dirty="0">
              <a:latin typeface="Century Gothic"/>
              <a:cs typeface="Century Gothic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895497" y="3647367"/>
            <a:ext cx="6277607" cy="1474653"/>
            <a:chOff x="6170762" y="4103001"/>
            <a:chExt cx="6193155" cy="2016631"/>
          </a:xfrm>
        </p:grpSpPr>
        <p:sp>
          <p:nvSpPr>
            <p:cNvPr id="25" name="object 25"/>
            <p:cNvSpPr/>
            <p:nvPr/>
          </p:nvSpPr>
          <p:spPr>
            <a:xfrm>
              <a:off x="6170762" y="4163832"/>
              <a:ext cx="6193155" cy="1955800"/>
            </a:xfrm>
            <a:custGeom>
              <a:avLst/>
              <a:gdLst/>
              <a:ahLst/>
              <a:cxnLst/>
              <a:rect l="l" t="t" r="r" b="b"/>
              <a:pathLst>
                <a:path w="6193155" h="1955800">
                  <a:moveTo>
                    <a:pt x="361722" y="215900"/>
                  </a:moveTo>
                  <a:lnTo>
                    <a:pt x="235775" y="215900"/>
                  </a:lnTo>
                  <a:lnTo>
                    <a:pt x="256211" y="203200"/>
                  </a:lnTo>
                  <a:lnTo>
                    <a:pt x="277068" y="190500"/>
                  </a:lnTo>
                  <a:lnTo>
                    <a:pt x="319916" y="190500"/>
                  </a:lnTo>
                  <a:lnTo>
                    <a:pt x="341647" y="177800"/>
                  </a:lnTo>
                  <a:lnTo>
                    <a:pt x="385596" y="177800"/>
                  </a:lnTo>
                  <a:lnTo>
                    <a:pt x="5783295" y="0"/>
                  </a:lnTo>
                  <a:lnTo>
                    <a:pt x="5893708" y="0"/>
                  </a:lnTo>
                  <a:lnTo>
                    <a:pt x="5915143" y="12700"/>
                  </a:lnTo>
                  <a:lnTo>
                    <a:pt x="5936216" y="12700"/>
                  </a:lnTo>
                  <a:lnTo>
                    <a:pt x="5956927" y="25400"/>
                  </a:lnTo>
                  <a:lnTo>
                    <a:pt x="5784822" y="25400"/>
                  </a:lnTo>
                  <a:lnTo>
                    <a:pt x="381777" y="203200"/>
                  </a:lnTo>
                  <a:lnTo>
                    <a:pt x="361722" y="215900"/>
                  </a:lnTo>
                  <a:close/>
                </a:path>
                <a:path w="6193155" h="1955800">
                  <a:moveTo>
                    <a:pt x="5972496" y="1663700"/>
                  </a:moveTo>
                  <a:lnTo>
                    <a:pt x="5941017" y="1663700"/>
                  </a:lnTo>
                  <a:lnTo>
                    <a:pt x="5943082" y="1651000"/>
                  </a:lnTo>
                  <a:lnTo>
                    <a:pt x="5944980" y="1651000"/>
                  </a:lnTo>
                  <a:lnTo>
                    <a:pt x="5946711" y="1638300"/>
                  </a:lnTo>
                  <a:lnTo>
                    <a:pt x="5948273" y="1625600"/>
                  </a:lnTo>
                  <a:lnTo>
                    <a:pt x="6156788" y="444500"/>
                  </a:lnTo>
                  <a:lnTo>
                    <a:pt x="6159779" y="419100"/>
                  </a:lnTo>
                  <a:lnTo>
                    <a:pt x="6161707" y="406400"/>
                  </a:lnTo>
                  <a:lnTo>
                    <a:pt x="6162571" y="381000"/>
                  </a:lnTo>
                  <a:lnTo>
                    <a:pt x="6162371" y="368300"/>
                  </a:lnTo>
                  <a:lnTo>
                    <a:pt x="6161114" y="342900"/>
                  </a:lnTo>
                  <a:lnTo>
                    <a:pt x="6158798" y="330200"/>
                  </a:lnTo>
                  <a:lnTo>
                    <a:pt x="6155426" y="304800"/>
                  </a:lnTo>
                  <a:lnTo>
                    <a:pt x="6150998" y="292100"/>
                  </a:lnTo>
                  <a:lnTo>
                    <a:pt x="6145546" y="266700"/>
                  </a:lnTo>
                  <a:lnTo>
                    <a:pt x="6139100" y="254000"/>
                  </a:lnTo>
                  <a:lnTo>
                    <a:pt x="6131660" y="228600"/>
                  </a:lnTo>
                  <a:lnTo>
                    <a:pt x="6123227" y="215900"/>
                  </a:lnTo>
                  <a:lnTo>
                    <a:pt x="6113849" y="203200"/>
                  </a:lnTo>
                  <a:lnTo>
                    <a:pt x="6103588" y="177800"/>
                  </a:lnTo>
                  <a:lnTo>
                    <a:pt x="6066855" y="139700"/>
                  </a:lnTo>
                  <a:lnTo>
                    <a:pt x="6037549" y="114300"/>
                  </a:lnTo>
                  <a:lnTo>
                    <a:pt x="6005403" y="88900"/>
                  </a:lnTo>
                  <a:lnTo>
                    <a:pt x="5970984" y="63500"/>
                  </a:lnTo>
                  <a:lnTo>
                    <a:pt x="5952955" y="63500"/>
                  </a:lnTo>
                  <a:lnTo>
                    <a:pt x="5934493" y="50800"/>
                  </a:lnTo>
                  <a:lnTo>
                    <a:pt x="5915698" y="50800"/>
                  </a:lnTo>
                  <a:lnTo>
                    <a:pt x="5896573" y="38100"/>
                  </a:lnTo>
                  <a:lnTo>
                    <a:pt x="5877118" y="38100"/>
                  </a:lnTo>
                  <a:lnTo>
                    <a:pt x="5857443" y="25400"/>
                  </a:lnTo>
                  <a:lnTo>
                    <a:pt x="5956927" y="25400"/>
                  </a:lnTo>
                  <a:lnTo>
                    <a:pt x="5996746" y="50800"/>
                  </a:lnTo>
                  <a:lnTo>
                    <a:pt x="6034085" y="76200"/>
                  </a:lnTo>
                  <a:lnTo>
                    <a:pt x="6068487" y="101600"/>
                  </a:lnTo>
                  <a:lnTo>
                    <a:pt x="6099503" y="127000"/>
                  </a:lnTo>
                  <a:lnTo>
                    <a:pt x="6113007" y="152400"/>
                  </a:lnTo>
                  <a:lnTo>
                    <a:pt x="6125529" y="165100"/>
                  </a:lnTo>
                  <a:lnTo>
                    <a:pt x="6137072" y="177800"/>
                  </a:lnTo>
                  <a:lnTo>
                    <a:pt x="6147637" y="203200"/>
                  </a:lnTo>
                  <a:lnTo>
                    <a:pt x="6157161" y="215900"/>
                  </a:lnTo>
                  <a:lnTo>
                    <a:pt x="6165579" y="241300"/>
                  </a:lnTo>
                  <a:lnTo>
                    <a:pt x="6172891" y="254000"/>
                  </a:lnTo>
                  <a:lnTo>
                    <a:pt x="6179098" y="279400"/>
                  </a:lnTo>
                  <a:lnTo>
                    <a:pt x="6184163" y="292100"/>
                  </a:lnTo>
                  <a:lnTo>
                    <a:pt x="6188051" y="317500"/>
                  </a:lnTo>
                  <a:lnTo>
                    <a:pt x="6190762" y="342900"/>
                  </a:lnTo>
                  <a:lnTo>
                    <a:pt x="6192296" y="355600"/>
                  </a:lnTo>
                  <a:lnTo>
                    <a:pt x="6192651" y="381000"/>
                  </a:lnTo>
                  <a:lnTo>
                    <a:pt x="6191816" y="406400"/>
                  </a:lnTo>
                  <a:lnTo>
                    <a:pt x="6189790" y="419100"/>
                  </a:lnTo>
                  <a:lnTo>
                    <a:pt x="6186575" y="444500"/>
                  </a:lnTo>
                  <a:lnTo>
                    <a:pt x="5978061" y="1638300"/>
                  </a:lnTo>
                  <a:lnTo>
                    <a:pt x="5976388" y="1638300"/>
                  </a:lnTo>
                  <a:lnTo>
                    <a:pt x="5974533" y="1651000"/>
                  </a:lnTo>
                  <a:lnTo>
                    <a:pt x="5972496" y="1663700"/>
                  </a:lnTo>
                  <a:close/>
                </a:path>
                <a:path w="6193155" h="1955800">
                  <a:moveTo>
                    <a:pt x="370745" y="1841500"/>
                  </a:moveTo>
                  <a:lnTo>
                    <a:pt x="326581" y="1841500"/>
                  </a:lnTo>
                  <a:lnTo>
                    <a:pt x="315160" y="1828800"/>
                  </a:lnTo>
                  <a:lnTo>
                    <a:pt x="304260" y="1816100"/>
                  </a:lnTo>
                  <a:lnTo>
                    <a:pt x="293918" y="1803400"/>
                  </a:lnTo>
                  <a:lnTo>
                    <a:pt x="284136" y="1790700"/>
                  </a:lnTo>
                  <a:lnTo>
                    <a:pt x="274914" y="1765300"/>
                  </a:lnTo>
                  <a:lnTo>
                    <a:pt x="266283" y="1752600"/>
                  </a:lnTo>
                  <a:lnTo>
                    <a:pt x="244127" y="1714500"/>
                  </a:lnTo>
                  <a:lnTo>
                    <a:pt x="232563" y="1676400"/>
                  </a:lnTo>
                  <a:lnTo>
                    <a:pt x="227784" y="1663700"/>
                  </a:lnTo>
                  <a:lnTo>
                    <a:pt x="223673" y="1651000"/>
                  </a:lnTo>
                  <a:lnTo>
                    <a:pt x="8284" y="635000"/>
                  </a:lnTo>
                  <a:lnTo>
                    <a:pt x="4530" y="622300"/>
                  </a:lnTo>
                  <a:lnTo>
                    <a:pt x="1898" y="596900"/>
                  </a:lnTo>
                  <a:lnTo>
                    <a:pt x="388" y="584200"/>
                  </a:lnTo>
                  <a:lnTo>
                    <a:pt x="0" y="558800"/>
                  </a:lnTo>
                  <a:lnTo>
                    <a:pt x="732" y="533400"/>
                  </a:lnTo>
                  <a:lnTo>
                    <a:pt x="2585" y="520700"/>
                  </a:lnTo>
                  <a:lnTo>
                    <a:pt x="5558" y="495300"/>
                  </a:lnTo>
                  <a:lnTo>
                    <a:pt x="9651" y="482600"/>
                  </a:lnTo>
                  <a:lnTo>
                    <a:pt x="14836" y="457200"/>
                  </a:lnTo>
                  <a:lnTo>
                    <a:pt x="21085" y="431800"/>
                  </a:lnTo>
                  <a:lnTo>
                    <a:pt x="28399" y="419100"/>
                  </a:lnTo>
                  <a:lnTo>
                    <a:pt x="36777" y="393700"/>
                  </a:lnTo>
                  <a:lnTo>
                    <a:pt x="46166" y="381000"/>
                  </a:lnTo>
                  <a:lnTo>
                    <a:pt x="56513" y="368300"/>
                  </a:lnTo>
                  <a:lnTo>
                    <a:pt x="67818" y="342900"/>
                  </a:lnTo>
                  <a:lnTo>
                    <a:pt x="80081" y="330200"/>
                  </a:lnTo>
                  <a:lnTo>
                    <a:pt x="94215" y="317500"/>
                  </a:lnTo>
                  <a:lnTo>
                    <a:pt x="109216" y="292100"/>
                  </a:lnTo>
                  <a:lnTo>
                    <a:pt x="125083" y="279400"/>
                  </a:lnTo>
                  <a:lnTo>
                    <a:pt x="159313" y="254000"/>
                  </a:lnTo>
                  <a:lnTo>
                    <a:pt x="196284" y="228600"/>
                  </a:lnTo>
                  <a:lnTo>
                    <a:pt x="215759" y="215900"/>
                  </a:lnTo>
                  <a:lnTo>
                    <a:pt x="302482" y="215900"/>
                  </a:lnTo>
                  <a:lnTo>
                    <a:pt x="283160" y="228600"/>
                  </a:lnTo>
                  <a:lnTo>
                    <a:pt x="264225" y="228600"/>
                  </a:lnTo>
                  <a:lnTo>
                    <a:pt x="245678" y="241300"/>
                  </a:lnTo>
                  <a:lnTo>
                    <a:pt x="227518" y="254000"/>
                  </a:lnTo>
                  <a:lnTo>
                    <a:pt x="209853" y="254000"/>
                  </a:lnTo>
                  <a:lnTo>
                    <a:pt x="192788" y="266700"/>
                  </a:lnTo>
                  <a:lnTo>
                    <a:pt x="160465" y="292100"/>
                  </a:lnTo>
                  <a:lnTo>
                    <a:pt x="130919" y="317500"/>
                  </a:lnTo>
                  <a:lnTo>
                    <a:pt x="93223" y="368300"/>
                  </a:lnTo>
                  <a:lnTo>
                    <a:pt x="82803" y="381000"/>
                  </a:lnTo>
                  <a:lnTo>
                    <a:pt x="73264" y="393700"/>
                  </a:lnTo>
                  <a:lnTo>
                    <a:pt x="64604" y="419100"/>
                  </a:lnTo>
                  <a:lnTo>
                    <a:pt x="56874" y="431800"/>
                  </a:lnTo>
                  <a:lnTo>
                    <a:pt x="50121" y="444500"/>
                  </a:lnTo>
                  <a:lnTo>
                    <a:pt x="44348" y="469900"/>
                  </a:lnTo>
                  <a:lnTo>
                    <a:pt x="39552" y="482600"/>
                  </a:lnTo>
                  <a:lnTo>
                    <a:pt x="35760" y="508000"/>
                  </a:lnTo>
                  <a:lnTo>
                    <a:pt x="32998" y="520700"/>
                  </a:lnTo>
                  <a:lnTo>
                    <a:pt x="31266" y="546100"/>
                  </a:lnTo>
                  <a:lnTo>
                    <a:pt x="30564" y="558800"/>
                  </a:lnTo>
                  <a:lnTo>
                    <a:pt x="30893" y="584200"/>
                  </a:lnTo>
                  <a:lnTo>
                    <a:pt x="32254" y="596900"/>
                  </a:lnTo>
                  <a:lnTo>
                    <a:pt x="34647" y="609600"/>
                  </a:lnTo>
                  <a:lnTo>
                    <a:pt x="38072" y="635000"/>
                  </a:lnTo>
                  <a:lnTo>
                    <a:pt x="253461" y="1638300"/>
                  </a:lnTo>
                  <a:lnTo>
                    <a:pt x="257233" y="1651000"/>
                  </a:lnTo>
                  <a:lnTo>
                    <a:pt x="261625" y="1676400"/>
                  </a:lnTo>
                  <a:lnTo>
                    <a:pt x="278496" y="1714500"/>
                  </a:lnTo>
                  <a:lnTo>
                    <a:pt x="300644" y="1752600"/>
                  </a:lnTo>
                  <a:lnTo>
                    <a:pt x="327720" y="1790700"/>
                  </a:lnTo>
                  <a:lnTo>
                    <a:pt x="359312" y="1828800"/>
                  </a:lnTo>
                  <a:lnTo>
                    <a:pt x="370745" y="1841500"/>
                  </a:lnTo>
                  <a:close/>
                </a:path>
                <a:path w="6193155" h="1955800">
                  <a:moveTo>
                    <a:pt x="5956512" y="1714500"/>
                  </a:moveTo>
                  <a:lnTo>
                    <a:pt x="5922006" y="1714500"/>
                  </a:lnTo>
                  <a:lnTo>
                    <a:pt x="5925201" y="1701800"/>
                  </a:lnTo>
                  <a:lnTo>
                    <a:pt x="5928238" y="1701800"/>
                  </a:lnTo>
                  <a:lnTo>
                    <a:pt x="5931118" y="1689100"/>
                  </a:lnTo>
                  <a:lnTo>
                    <a:pt x="5933838" y="1676400"/>
                  </a:lnTo>
                  <a:lnTo>
                    <a:pt x="5936394" y="1676400"/>
                  </a:lnTo>
                  <a:lnTo>
                    <a:pt x="5938787" y="1663700"/>
                  </a:lnTo>
                  <a:lnTo>
                    <a:pt x="5970278" y="1663700"/>
                  </a:lnTo>
                  <a:lnTo>
                    <a:pt x="5967876" y="1676400"/>
                  </a:lnTo>
                  <a:lnTo>
                    <a:pt x="5965299" y="1689100"/>
                  </a:lnTo>
                  <a:lnTo>
                    <a:pt x="5962546" y="1689100"/>
                  </a:lnTo>
                  <a:lnTo>
                    <a:pt x="5959615" y="1701800"/>
                  </a:lnTo>
                  <a:lnTo>
                    <a:pt x="5956512" y="1714500"/>
                  </a:lnTo>
                  <a:close/>
                </a:path>
                <a:path w="6193155" h="1955800">
                  <a:moveTo>
                    <a:pt x="5949792" y="1727200"/>
                  </a:moveTo>
                  <a:lnTo>
                    <a:pt x="5915146" y="1727200"/>
                  </a:lnTo>
                  <a:lnTo>
                    <a:pt x="5918653" y="1714500"/>
                  </a:lnTo>
                  <a:lnTo>
                    <a:pt x="5953238" y="1714500"/>
                  </a:lnTo>
                  <a:lnTo>
                    <a:pt x="5949792" y="1727200"/>
                  </a:lnTo>
                  <a:close/>
                </a:path>
                <a:path w="6193155" h="1955800">
                  <a:moveTo>
                    <a:pt x="5938434" y="1752600"/>
                  </a:moveTo>
                  <a:lnTo>
                    <a:pt x="5903721" y="1752600"/>
                  </a:lnTo>
                  <a:lnTo>
                    <a:pt x="5907679" y="1739900"/>
                  </a:lnTo>
                  <a:lnTo>
                    <a:pt x="5911488" y="1727200"/>
                  </a:lnTo>
                  <a:lnTo>
                    <a:pt x="5946173" y="1727200"/>
                  </a:lnTo>
                  <a:lnTo>
                    <a:pt x="5942385" y="1739900"/>
                  </a:lnTo>
                  <a:lnTo>
                    <a:pt x="5938434" y="1752600"/>
                  </a:lnTo>
                  <a:close/>
                </a:path>
                <a:path w="6193155" h="1955800">
                  <a:moveTo>
                    <a:pt x="5930041" y="1765300"/>
                  </a:moveTo>
                  <a:lnTo>
                    <a:pt x="5895359" y="1765300"/>
                  </a:lnTo>
                  <a:lnTo>
                    <a:pt x="5899611" y="1752600"/>
                  </a:lnTo>
                  <a:lnTo>
                    <a:pt x="5934319" y="1752600"/>
                  </a:lnTo>
                  <a:lnTo>
                    <a:pt x="5930041" y="1765300"/>
                  </a:lnTo>
                  <a:close/>
                </a:path>
                <a:path w="6193155" h="1955800">
                  <a:moveTo>
                    <a:pt x="5921008" y="1778000"/>
                  </a:moveTo>
                  <a:lnTo>
                    <a:pt x="5886429" y="1778000"/>
                  </a:lnTo>
                  <a:lnTo>
                    <a:pt x="5890964" y="1765300"/>
                  </a:lnTo>
                  <a:lnTo>
                    <a:pt x="5925603" y="1765300"/>
                  </a:lnTo>
                  <a:lnTo>
                    <a:pt x="5921008" y="1778000"/>
                  </a:lnTo>
                  <a:close/>
                </a:path>
                <a:path w="6193155" h="1955800">
                  <a:moveTo>
                    <a:pt x="5906286" y="1803400"/>
                  </a:moveTo>
                  <a:lnTo>
                    <a:pt x="5866907" y="1803400"/>
                  </a:lnTo>
                  <a:lnTo>
                    <a:pt x="5871989" y="1790700"/>
                  </a:lnTo>
                  <a:lnTo>
                    <a:pt x="5876937" y="1790700"/>
                  </a:lnTo>
                  <a:lnTo>
                    <a:pt x="5881750" y="1778000"/>
                  </a:lnTo>
                  <a:lnTo>
                    <a:pt x="5916255" y="1778000"/>
                  </a:lnTo>
                  <a:lnTo>
                    <a:pt x="5911344" y="1790700"/>
                  </a:lnTo>
                  <a:lnTo>
                    <a:pt x="5906286" y="1803400"/>
                  </a:lnTo>
                  <a:close/>
                </a:path>
                <a:path w="6193155" h="1955800">
                  <a:moveTo>
                    <a:pt x="5895726" y="1816100"/>
                  </a:moveTo>
                  <a:lnTo>
                    <a:pt x="5850893" y="1816100"/>
                  </a:lnTo>
                  <a:lnTo>
                    <a:pt x="5856356" y="1803400"/>
                  </a:lnTo>
                  <a:lnTo>
                    <a:pt x="5901079" y="1803400"/>
                  </a:lnTo>
                  <a:lnTo>
                    <a:pt x="5895726" y="1816100"/>
                  </a:lnTo>
                  <a:close/>
                </a:path>
                <a:path w="6193155" h="1955800">
                  <a:moveTo>
                    <a:pt x="5884587" y="1828800"/>
                  </a:moveTo>
                  <a:lnTo>
                    <a:pt x="5839601" y="1828800"/>
                  </a:lnTo>
                  <a:lnTo>
                    <a:pt x="5845307" y="1816100"/>
                  </a:lnTo>
                  <a:lnTo>
                    <a:pt x="5890225" y="1816100"/>
                  </a:lnTo>
                  <a:lnTo>
                    <a:pt x="5884587" y="1828800"/>
                  </a:lnTo>
                  <a:close/>
                </a:path>
                <a:path w="6193155" h="1955800">
                  <a:moveTo>
                    <a:pt x="5872896" y="1841500"/>
                  </a:moveTo>
                  <a:lnTo>
                    <a:pt x="5827846" y="1841500"/>
                  </a:lnTo>
                  <a:lnTo>
                    <a:pt x="5833781" y="1828800"/>
                  </a:lnTo>
                  <a:lnTo>
                    <a:pt x="5878810" y="1828800"/>
                  </a:lnTo>
                  <a:lnTo>
                    <a:pt x="5872896" y="1841500"/>
                  </a:lnTo>
                  <a:close/>
                </a:path>
                <a:path w="6193155" h="1955800">
                  <a:moveTo>
                    <a:pt x="447545" y="1892300"/>
                  </a:moveTo>
                  <a:lnTo>
                    <a:pt x="390701" y="1892300"/>
                  </a:lnTo>
                  <a:lnTo>
                    <a:pt x="377019" y="1879600"/>
                  </a:lnTo>
                  <a:lnTo>
                    <a:pt x="363724" y="1866900"/>
                  </a:lnTo>
                  <a:lnTo>
                    <a:pt x="350863" y="1854200"/>
                  </a:lnTo>
                  <a:lnTo>
                    <a:pt x="338482" y="1841500"/>
                  </a:lnTo>
                  <a:lnTo>
                    <a:pt x="382621" y="1841500"/>
                  </a:lnTo>
                  <a:lnTo>
                    <a:pt x="394899" y="1854200"/>
                  </a:lnTo>
                  <a:lnTo>
                    <a:pt x="407535" y="1866900"/>
                  </a:lnTo>
                  <a:lnTo>
                    <a:pt x="420530" y="1866900"/>
                  </a:lnTo>
                  <a:lnTo>
                    <a:pt x="433882" y="1879600"/>
                  </a:lnTo>
                  <a:lnTo>
                    <a:pt x="447545" y="1892300"/>
                  </a:lnTo>
                  <a:close/>
                </a:path>
                <a:path w="6193155" h="1955800">
                  <a:moveTo>
                    <a:pt x="5860669" y="1854200"/>
                  </a:moveTo>
                  <a:lnTo>
                    <a:pt x="5809378" y="1854200"/>
                  </a:lnTo>
                  <a:lnTo>
                    <a:pt x="5815639" y="1841500"/>
                  </a:lnTo>
                  <a:lnTo>
                    <a:pt x="5866846" y="1841500"/>
                  </a:lnTo>
                  <a:lnTo>
                    <a:pt x="5860669" y="1854200"/>
                  </a:lnTo>
                  <a:close/>
                </a:path>
                <a:path w="6193155" h="1955800">
                  <a:moveTo>
                    <a:pt x="5841388" y="1866900"/>
                  </a:moveTo>
                  <a:lnTo>
                    <a:pt x="5789983" y="1866900"/>
                  </a:lnTo>
                  <a:lnTo>
                    <a:pt x="5796546" y="1854200"/>
                  </a:lnTo>
                  <a:lnTo>
                    <a:pt x="5847939" y="1854200"/>
                  </a:lnTo>
                  <a:lnTo>
                    <a:pt x="5841388" y="1866900"/>
                  </a:lnTo>
                  <a:close/>
                </a:path>
                <a:path w="6193155" h="1955800">
                  <a:moveTo>
                    <a:pt x="5827932" y="1879600"/>
                  </a:moveTo>
                  <a:lnTo>
                    <a:pt x="5769753" y="1879600"/>
                  </a:lnTo>
                  <a:lnTo>
                    <a:pt x="5776587" y="1866900"/>
                  </a:lnTo>
                  <a:lnTo>
                    <a:pt x="5834716" y="1866900"/>
                  </a:lnTo>
                  <a:lnTo>
                    <a:pt x="5827932" y="1879600"/>
                  </a:lnTo>
                  <a:close/>
                </a:path>
                <a:path w="6193155" h="1955800">
                  <a:moveTo>
                    <a:pt x="5806922" y="1892300"/>
                  </a:moveTo>
                  <a:lnTo>
                    <a:pt x="5748765" y="1892300"/>
                  </a:lnTo>
                  <a:lnTo>
                    <a:pt x="5755838" y="1879600"/>
                  </a:lnTo>
                  <a:lnTo>
                    <a:pt x="5814029" y="1879600"/>
                  </a:lnTo>
                  <a:lnTo>
                    <a:pt x="5806922" y="1892300"/>
                  </a:lnTo>
                  <a:close/>
                </a:path>
                <a:path w="6193155" h="1955800">
                  <a:moveTo>
                    <a:pt x="519577" y="1917700"/>
                  </a:moveTo>
                  <a:lnTo>
                    <a:pt x="434020" y="1917700"/>
                  </a:lnTo>
                  <a:lnTo>
                    <a:pt x="419228" y="1905000"/>
                  </a:lnTo>
                  <a:lnTo>
                    <a:pt x="404771" y="1892300"/>
                  </a:lnTo>
                  <a:lnTo>
                    <a:pt x="475656" y="1892300"/>
                  </a:lnTo>
                  <a:lnTo>
                    <a:pt x="490104" y="1905000"/>
                  </a:lnTo>
                  <a:lnTo>
                    <a:pt x="504762" y="1905000"/>
                  </a:lnTo>
                  <a:lnTo>
                    <a:pt x="519577" y="1917700"/>
                  </a:lnTo>
                  <a:close/>
                </a:path>
                <a:path w="6193155" h="1955800">
                  <a:moveTo>
                    <a:pt x="5792406" y="1905000"/>
                  </a:moveTo>
                  <a:lnTo>
                    <a:pt x="5719764" y="1905000"/>
                  </a:lnTo>
                  <a:lnTo>
                    <a:pt x="5727110" y="1892300"/>
                  </a:lnTo>
                  <a:lnTo>
                    <a:pt x="5799714" y="1892300"/>
                  </a:lnTo>
                  <a:lnTo>
                    <a:pt x="5792406" y="1905000"/>
                  </a:lnTo>
                  <a:close/>
                </a:path>
                <a:path w="6193155" h="1955800">
                  <a:moveTo>
                    <a:pt x="5769922" y="1917700"/>
                  </a:moveTo>
                  <a:lnTo>
                    <a:pt x="5682177" y="1917700"/>
                  </a:lnTo>
                  <a:lnTo>
                    <a:pt x="5689794" y="1905000"/>
                  </a:lnTo>
                  <a:lnTo>
                    <a:pt x="5777502" y="1905000"/>
                  </a:lnTo>
                  <a:lnTo>
                    <a:pt x="5769922" y="1917700"/>
                  </a:lnTo>
                  <a:close/>
                </a:path>
                <a:path w="6193155" h="1955800">
                  <a:moveTo>
                    <a:pt x="5738781" y="1930400"/>
                  </a:moveTo>
                  <a:lnTo>
                    <a:pt x="464454" y="1930400"/>
                  </a:lnTo>
                  <a:lnTo>
                    <a:pt x="449095" y="1917700"/>
                  </a:lnTo>
                  <a:lnTo>
                    <a:pt x="5746678" y="1917700"/>
                  </a:lnTo>
                  <a:lnTo>
                    <a:pt x="5738781" y="1930400"/>
                  </a:lnTo>
                  <a:close/>
                </a:path>
                <a:path w="6193155" h="1955800">
                  <a:moveTo>
                    <a:pt x="5706535" y="1943100"/>
                  </a:moveTo>
                  <a:lnTo>
                    <a:pt x="495965" y="1943100"/>
                  </a:lnTo>
                  <a:lnTo>
                    <a:pt x="480095" y="1930400"/>
                  </a:lnTo>
                  <a:lnTo>
                    <a:pt x="5714685" y="1930400"/>
                  </a:lnTo>
                  <a:lnTo>
                    <a:pt x="5706535" y="1943100"/>
                  </a:lnTo>
                  <a:close/>
                </a:path>
                <a:path w="6193155" h="1955800">
                  <a:moveTo>
                    <a:pt x="5648171" y="1955800"/>
                  </a:moveTo>
                  <a:lnTo>
                    <a:pt x="561098" y="1955800"/>
                  </a:lnTo>
                  <a:lnTo>
                    <a:pt x="544601" y="1943100"/>
                  </a:lnTo>
                  <a:lnTo>
                    <a:pt x="5656620" y="1943100"/>
                  </a:lnTo>
                  <a:lnTo>
                    <a:pt x="5648171" y="19558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276805" y="4103001"/>
              <a:ext cx="5981065" cy="1927224"/>
            </a:xfrm>
            <a:custGeom>
              <a:avLst/>
              <a:gdLst/>
              <a:ahLst/>
              <a:cxnLst/>
              <a:rect l="l" t="t" r="r" b="b"/>
              <a:pathLst>
                <a:path w="5981065" h="1927225">
                  <a:moveTo>
                    <a:pt x="563231" y="1926921"/>
                  </a:moveTo>
                  <a:lnTo>
                    <a:pt x="516283" y="1921894"/>
                  </a:lnTo>
                  <a:lnTo>
                    <a:pt x="470361" y="1910908"/>
                  </a:lnTo>
                  <a:lnTo>
                    <a:pt x="426191" y="1894142"/>
                  </a:lnTo>
                  <a:lnTo>
                    <a:pt x="384529" y="1871863"/>
                  </a:lnTo>
                  <a:lnTo>
                    <a:pt x="346077" y="1844461"/>
                  </a:lnTo>
                  <a:lnTo>
                    <a:pt x="311439" y="1812370"/>
                  </a:lnTo>
                  <a:lnTo>
                    <a:pt x="281167" y="1776096"/>
                  </a:lnTo>
                  <a:lnTo>
                    <a:pt x="255780" y="1736250"/>
                  </a:lnTo>
                  <a:lnTo>
                    <a:pt x="235705" y="1693513"/>
                  </a:lnTo>
                  <a:lnTo>
                    <a:pt x="221250" y="1648567"/>
                  </a:lnTo>
                  <a:lnTo>
                    <a:pt x="7681" y="625759"/>
                  </a:lnTo>
                  <a:lnTo>
                    <a:pt x="0" y="556052"/>
                  </a:lnTo>
                  <a:lnTo>
                    <a:pt x="4029" y="496042"/>
                  </a:lnTo>
                  <a:lnTo>
                    <a:pt x="17752" y="437498"/>
                  </a:lnTo>
                  <a:lnTo>
                    <a:pt x="40810" y="381948"/>
                  </a:lnTo>
                  <a:lnTo>
                    <a:pt x="72579" y="330895"/>
                  </a:lnTo>
                  <a:lnTo>
                    <a:pt x="112231" y="285671"/>
                  </a:lnTo>
                  <a:lnTo>
                    <a:pt x="158692" y="247500"/>
                  </a:lnTo>
                  <a:lnTo>
                    <a:pt x="210750" y="217376"/>
                  </a:lnTo>
                  <a:lnTo>
                    <a:pt x="266997" y="196117"/>
                  </a:lnTo>
                  <a:lnTo>
                    <a:pt x="325965" y="184275"/>
                  </a:lnTo>
                  <a:lnTo>
                    <a:pt x="5610378" y="0"/>
                  </a:lnTo>
                  <a:lnTo>
                    <a:pt x="5671506" y="4651"/>
                  </a:lnTo>
                  <a:lnTo>
                    <a:pt x="5731039" y="19368"/>
                  </a:lnTo>
                  <a:lnTo>
                    <a:pt x="5787295" y="43735"/>
                  </a:lnTo>
                  <a:lnTo>
                    <a:pt x="5838751" y="77091"/>
                  </a:lnTo>
                  <a:lnTo>
                    <a:pt x="5883961" y="118499"/>
                  </a:lnTo>
                  <a:lnTo>
                    <a:pt x="5921695" y="166835"/>
                  </a:lnTo>
                  <a:lnTo>
                    <a:pt x="5950897" y="220741"/>
                  </a:lnTo>
                  <a:lnTo>
                    <a:pt x="5970771" y="278752"/>
                  </a:lnTo>
                  <a:lnTo>
                    <a:pt x="5980764" y="339240"/>
                  </a:lnTo>
                  <a:lnTo>
                    <a:pt x="5980593" y="400562"/>
                  </a:lnTo>
                  <a:lnTo>
                    <a:pt x="5775817" y="1621740"/>
                  </a:lnTo>
                  <a:lnTo>
                    <a:pt x="5764320" y="1668736"/>
                  </a:lnTo>
                  <a:lnTo>
                    <a:pt x="5735837" y="1735419"/>
                  </a:lnTo>
                  <a:lnTo>
                    <a:pt x="5694886" y="1795265"/>
                  </a:lnTo>
                  <a:lnTo>
                    <a:pt x="5643046" y="1845961"/>
                  </a:lnTo>
                  <a:lnTo>
                    <a:pt x="5582306" y="1885563"/>
                  </a:lnTo>
                  <a:lnTo>
                    <a:pt x="5515005" y="1912545"/>
                  </a:lnTo>
                  <a:lnTo>
                    <a:pt x="5443729" y="1925873"/>
                  </a:lnTo>
                  <a:lnTo>
                    <a:pt x="563231" y="1926921"/>
                  </a:lnTo>
                  <a:close/>
                </a:path>
              </a:pathLst>
            </a:custGeom>
            <a:solidFill>
              <a:srgbClr val="E9D6BA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6349434" y="3810957"/>
            <a:ext cx="5174919" cy="1175322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lang="en-IN" b="1" dirty="0"/>
              <a:t>Live Translator:</a:t>
            </a:r>
            <a:r>
              <a:rPr lang="en-IN" dirty="0"/>
              <a:t> Teacher speaks or types a line in Hindi. VISTA turns it into Santali text and audio right away, with an offline backup so it never stops working.</a:t>
            </a:r>
            <a:endParaRPr dirty="0">
              <a:latin typeface="Century Gothic"/>
              <a:cs typeface="Century Gothic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6232246" y="5612253"/>
            <a:ext cx="1088777" cy="1088157"/>
            <a:chOff x="6113921" y="6454170"/>
            <a:chExt cx="1109345" cy="1109345"/>
          </a:xfrm>
        </p:grpSpPr>
        <p:pic>
          <p:nvPicPr>
            <p:cNvPr id="29" name="object 2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13921" y="6454170"/>
              <a:ext cx="1109075" cy="1109045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6282171" y="6622388"/>
              <a:ext cx="772795" cy="772795"/>
            </a:xfrm>
            <a:custGeom>
              <a:avLst/>
              <a:gdLst/>
              <a:ahLst/>
              <a:cxnLst/>
              <a:rect l="l" t="t" r="r" b="b"/>
              <a:pathLst>
                <a:path w="772795" h="772795">
                  <a:moveTo>
                    <a:pt x="386273" y="772576"/>
                  </a:moveTo>
                  <a:lnTo>
                    <a:pt x="337820" y="769566"/>
                  </a:lnTo>
                  <a:lnTo>
                    <a:pt x="291163" y="760779"/>
                  </a:lnTo>
                  <a:lnTo>
                    <a:pt x="246664" y="746575"/>
                  </a:lnTo>
                  <a:lnTo>
                    <a:pt x="204685" y="727317"/>
                  </a:lnTo>
                  <a:lnTo>
                    <a:pt x="165588" y="703368"/>
                  </a:lnTo>
                  <a:lnTo>
                    <a:pt x="129735" y="675088"/>
                  </a:lnTo>
                  <a:lnTo>
                    <a:pt x="97487" y="642841"/>
                  </a:lnTo>
                  <a:lnTo>
                    <a:pt x="69208" y="606988"/>
                  </a:lnTo>
                  <a:lnTo>
                    <a:pt x="45258" y="567891"/>
                  </a:lnTo>
                  <a:lnTo>
                    <a:pt x="26000" y="525911"/>
                  </a:lnTo>
                  <a:lnTo>
                    <a:pt x="11797" y="481412"/>
                  </a:lnTo>
                  <a:lnTo>
                    <a:pt x="3009" y="434756"/>
                  </a:lnTo>
                  <a:lnTo>
                    <a:pt x="0" y="386303"/>
                  </a:lnTo>
                  <a:lnTo>
                    <a:pt x="3009" y="337844"/>
                  </a:lnTo>
                  <a:lnTo>
                    <a:pt x="11797" y="291182"/>
                  </a:lnTo>
                  <a:lnTo>
                    <a:pt x="26000" y="246678"/>
                  </a:lnTo>
                  <a:lnTo>
                    <a:pt x="45258" y="204695"/>
                  </a:lnTo>
                  <a:lnTo>
                    <a:pt x="69208" y="165595"/>
                  </a:lnTo>
                  <a:lnTo>
                    <a:pt x="97487" y="129739"/>
                  </a:lnTo>
                  <a:lnTo>
                    <a:pt x="129735" y="97490"/>
                  </a:lnTo>
                  <a:lnTo>
                    <a:pt x="165588" y="69209"/>
                  </a:lnTo>
                  <a:lnTo>
                    <a:pt x="204685" y="45259"/>
                  </a:lnTo>
                  <a:lnTo>
                    <a:pt x="246664" y="26001"/>
                  </a:lnTo>
                  <a:lnTo>
                    <a:pt x="291163" y="11797"/>
                  </a:lnTo>
                  <a:lnTo>
                    <a:pt x="337820" y="3009"/>
                  </a:lnTo>
                  <a:lnTo>
                    <a:pt x="386273" y="0"/>
                  </a:lnTo>
                  <a:lnTo>
                    <a:pt x="434732" y="3009"/>
                  </a:lnTo>
                  <a:lnTo>
                    <a:pt x="481394" y="11797"/>
                  </a:lnTo>
                  <a:lnTo>
                    <a:pt x="525898" y="26001"/>
                  </a:lnTo>
                  <a:lnTo>
                    <a:pt x="567880" y="45259"/>
                  </a:lnTo>
                  <a:lnTo>
                    <a:pt x="606981" y="69209"/>
                  </a:lnTo>
                  <a:lnTo>
                    <a:pt x="642836" y="97490"/>
                  </a:lnTo>
                  <a:lnTo>
                    <a:pt x="675085" y="129739"/>
                  </a:lnTo>
                  <a:lnTo>
                    <a:pt x="703366" y="165595"/>
                  </a:lnTo>
                  <a:lnTo>
                    <a:pt x="727317" y="204695"/>
                  </a:lnTo>
                  <a:lnTo>
                    <a:pt x="746575" y="246678"/>
                  </a:lnTo>
                  <a:lnTo>
                    <a:pt x="760779" y="291182"/>
                  </a:lnTo>
                  <a:lnTo>
                    <a:pt x="769566" y="337844"/>
                  </a:lnTo>
                  <a:lnTo>
                    <a:pt x="772576" y="386303"/>
                  </a:lnTo>
                  <a:lnTo>
                    <a:pt x="769566" y="434756"/>
                  </a:lnTo>
                  <a:lnTo>
                    <a:pt x="760779" y="481412"/>
                  </a:lnTo>
                  <a:lnTo>
                    <a:pt x="746575" y="525911"/>
                  </a:lnTo>
                  <a:lnTo>
                    <a:pt x="727317" y="567891"/>
                  </a:lnTo>
                  <a:lnTo>
                    <a:pt x="703366" y="606988"/>
                  </a:lnTo>
                  <a:lnTo>
                    <a:pt x="675085" y="642841"/>
                  </a:lnTo>
                  <a:lnTo>
                    <a:pt x="642836" y="675088"/>
                  </a:lnTo>
                  <a:lnTo>
                    <a:pt x="606981" y="703368"/>
                  </a:lnTo>
                  <a:lnTo>
                    <a:pt x="567880" y="727317"/>
                  </a:lnTo>
                  <a:lnTo>
                    <a:pt x="525898" y="746575"/>
                  </a:lnTo>
                  <a:lnTo>
                    <a:pt x="481394" y="760779"/>
                  </a:lnTo>
                  <a:lnTo>
                    <a:pt x="434732" y="769566"/>
                  </a:lnTo>
                  <a:lnTo>
                    <a:pt x="386273" y="77257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6571734" y="5763835"/>
            <a:ext cx="359602" cy="71173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550" b="1" spc="75" dirty="0">
                <a:solidFill>
                  <a:srgbClr val="4574A6"/>
                </a:solidFill>
                <a:latin typeface="Century Gothic"/>
                <a:cs typeface="Century Gothic"/>
              </a:rPr>
              <a:t>2</a:t>
            </a:r>
            <a:endParaRPr sz="4550" dirty="0">
              <a:latin typeface="Century Gothic"/>
              <a:cs typeface="Century Gothic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7324331" y="5260802"/>
            <a:ext cx="6103356" cy="1558328"/>
            <a:chOff x="7333635" y="6139004"/>
            <a:chExt cx="6193155" cy="2108835"/>
          </a:xfrm>
        </p:grpSpPr>
        <p:sp>
          <p:nvSpPr>
            <p:cNvPr id="33" name="object 33"/>
            <p:cNvSpPr/>
            <p:nvPr/>
          </p:nvSpPr>
          <p:spPr>
            <a:xfrm>
              <a:off x="7333635" y="6291641"/>
              <a:ext cx="6193155" cy="1955800"/>
            </a:xfrm>
            <a:custGeom>
              <a:avLst/>
              <a:gdLst/>
              <a:ahLst/>
              <a:cxnLst/>
              <a:rect l="l" t="t" r="r" b="b"/>
              <a:pathLst>
                <a:path w="6193155" h="1955800">
                  <a:moveTo>
                    <a:pt x="361722" y="215900"/>
                  </a:moveTo>
                  <a:lnTo>
                    <a:pt x="235775" y="215900"/>
                  </a:lnTo>
                  <a:lnTo>
                    <a:pt x="256211" y="203200"/>
                  </a:lnTo>
                  <a:lnTo>
                    <a:pt x="277068" y="190500"/>
                  </a:lnTo>
                  <a:lnTo>
                    <a:pt x="319916" y="190500"/>
                  </a:lnTo>
                  <a:lnTo>
                    <a:pt x="341647" y="177800"/>
                  </a:lnTo>
                  <a:lnTo>
                    <a:pt x="385596" y="177800"/>
                  </a:lnTo>
                  <a:lnTo>
                    <a:pt x="5783295" y="0"/>
                  </a:lnTo>
                  <a:lnTo>
                    <a:pt x="5893708" y="0"/>
                  </a:lnTo>
                  <a:lnTo>
                    <a:pt x="5915143" y="12700"/>
                  </a:lnTo>
                  <a:lnTo>
                    <a:pt x="5936216" y="12700"/>
                  </a:lnTo>
                  <a:lnTo>
                    <a:pt x="5956927" y="25400"/>
                  </a:lnTo>
                  <a:lnTo>
                    <a:pt x="5784822" y="25400"/>
                  </a:lnTo>
                  <a:lnTo>
                    <a:pt x="381777" y="203200"/>
                  </a:lnTo>
                  <a:lnTo>
                    <a:pt x="361722" y="215900"/>
                  </a:lnTo>
                  <a:close/>
                </a:path>
                <a:path w="6193155" h="1955800">
                  <a:moveTo>
                    <a:pt x="5972496" y="1663700"/>
                  </a:moveTo>
                  <a:lnTo>
                    <a:pt x="5941017" y="1663700"/>
                  </a:lnTo>
                  <a:lnTo>
                    <a:pt x="5943082" y="1651000"/>
                  </a:lnTo>
                  <a:lnTo>
                    <a:pt x="5944980" y="1651000"/>
                  </a:lnTo>
                  <a:lnTo>
                    <a:pt x="5946711" y="1638300"/>
                  </a:lnTo>
                  <a:lnTo>
                    <a:pt x="5948273" y="1625600"/>
                  </a:lnTo>
                  <a:lnTo>
                    <a:pt x="6156788" y="444500"/>
                  </a:lnTo>
                  <a:lnTo>
                    <a:pt x="6159779" y="419100"/>
                  </a:lnTo>
                  <a:lnTo>
                    <a:pt x="6161707" y="406400"/>
                  </a:lnTo>
                  <a:lnTo>
                    <a:pt x="6162571" y="381000"/>
                  </a:lnTo>
                  <a:lnTo>
                    <a:pt x="6162371" y="368300"/>
                  </a:lnTo>
                  <a:lnTo>
                    <a:pt x="6161114" y="342900"/>
                  </a:lnTo>
                  <a:lnTo>
                    <a:pt x="6158798" y="330200"/>
                  </a:lnTo>
                  <a:lnTo>
                    <a:pt x="6155426" y="304800"/>
                  </a:lnTo>
                  <a:lnTo>
                    <a:pt x="6150998" y="292100"/>
                  </a:lnTo>
                  <a:lnTo>
                    <a:pt x="6145546" y="266700"/>
                  </a:lnTo>
                  <a:lnTo>
                    <a:pt x="6139100" y="254000"/>
                  </a:lnTo>
                  <a:lnTo>
                    <a:pt x="6131660" y="228600"/>
                  </a:lnTo>
                  <a:lnTo>
                    <a:pt x="6123227" y="215900"/>
                  </a:lnTo>
                  <a:lnTo>
                    <a:pt x="6113849" y="203200"/>
                  </a:lnTo>
                  <a:lnTo>
                    <a:pt x="6103588" y="177800"/>
                  </a:lnTo>
                  <a:lnTo>
                    <a:pt x="6066855" y="139700"/>
                  </a:lnTo>
                  <a:lnTo>
                    <a:pt x="6037549" y="114300"/>
                  </a:lnTo>
                  <a:lnTo>
                    <a:pt x="6005403" y="88900"/>
                  </a:lnTo>
                  <a:lnTo>
                    <a:pt x="5970984" y="63500"/>
                  </a:lnTo>
                  <a:lnTo>
                    <a:pt x="5952955" y="63500"/>
                  </a:lnTo>
                  <a:lnTo>
                    <a:pt x="5934493" y="50800"/>
                  </a:lnTo>
                  <a:lnTo>
                    <a:pt x="5915698" y="50800"/>
                  </a:lnTo>
                  <a:lnTo>
                    <a:pt x="5896573" y="38100"/>
                  </a:lnTo>
                  <a:lnTo>
                    <a:pt x="5877118" y="38100"/>
                  </a:lnTo>
                  <a:lnTo>
                    <a:pt x="5857443" y="25400"/>
                  </a:lnTo>
                  <a:lnTo>
                    <a:pt x="5956927" y="25400"/>
                  </a:lnTo>
                  <a:lnTo>
                    <a:pt x="5996746" y="50800"/>
                  </a:lnTo>
                  <a:lnTo>
                    <a:pt x="6034085" y="76200"/>
                  </a:lnTo>
                  <a:lnTo>
                    <a:pt x="6068487" y="101600"/>
                  </a:lnTo>
                  <a:lnTo>
                    <a:pt x="6099503" y="127000"/>
                  </a:lnTo>
                  <a:lnTo>
                    <a:pt x="6113007" y="152400"/>
                  </a:lnTo>
                  <a:lnTo>
                    <a:pt x="6125529" y="165100"/>
                  </a:lnTo>
                  <a:lnTo>
                    <a:pt x="6137072" y="177800"/>
                  </a:lnTo>
                  <a:lnTo>
                    <a:pt x="6147637" y="203200"/>
                  </a:lnTo>
                  <a:lnTo>
                    <a:pt x="6157161" y="215900"/>
                  </a:lnTo>
                  <a:lnTo>
                    <a:pt x="6165579" y="241300"/>
                  </a:lnTo>
                  <a:lnTo>
                    <a:pt x="6172891" y="254000"/>
                  </a:lnTo>
                  <a:lnTo>
                    <a:pt x="6179098" y="279400"/>
                  </a:lnTo>
                  <a:lnTo>
                    <a:pt x="6184163" y="292100"/>
                  </a:lnTo>
                  <a:lnTo>
                    <a:pt x="6188051" y="317500"/>
                  </a:lnTo>
                  <a:lnTo>
                    <a:pt x="6190762" y="342900"/>
                  </a:lnTo>
                  <a:lnTo>
                    <a:pt x="6192296" y="355600"/>
                  </a:lnTo>
                  <a:lnTo>
                    <a:pt x="6192651" y="381000"/>
                  </a:lnTo>
                  <a:lnTo>
                    <a:pt x="6191816" y="406400"/>
                  </a:lnTo>
                  <a:lnTo>
                    <a:pt x="6189790" y="419100"/>
                  </a:lnTo>
                  <a:lnTo>
                    <a:pt x="6186575" y="444500"/>
                  </a:lnTo>
                  <a:lnTo>
                    <a:pt x="5978061" y="1638300"/>
                  </a:lnTo>
                  <a:lnTo>
                    <a:pt x="5976388" y="1638300"/>
                  </a:lnTo>
                  <a:lnTo>
                    <a:pt x="5974533" y="1651000"/>
                  </a:lnTo>
                  <a:lnTo>
                    <a:pt x="5972496" y="1663700"/>
                  </a:lnTo>
                  <a:close/>
                </a:path>
                <a:path w="6193155" h="1955800">
                  <a:moveTo>
                    <a:pt x="370745" y="1841500"/>
                  </a:moveTo>
                  <a:lnTo>
                    <a:pt x="326581" y="1841500"/>
                  </a:lnTo>
                  <a:lnTo>
                    <a:pt x="315160" y="1828800"/>
                  </a:lnTo>
                  <a:lnTo>
                    <a:pt x="304260" y="1816100"/>
                  </a:lnTo>
                  <a:lnTo>
                    <a:pt x="293918" y="1803400"/>
                  </a:lnTo>
                  <a:lnTo>
                    <a:pt x="284136" y="1790700"/>
                  </a:lnTo>
                  <a:lnTo>
                    <a:pt x="274914" y="1765300"/>
                  </a:lnTo>
                  <a:lnTo>
                    <a:pt x="266283" y="1752600"/>
                  </a:lnTo>
                  <a:lnTo>
                    <a:pt x="244127" y="1714500"/>
                  </a:lnTo>
                  <a:lnTo>
                    <a:pt x="232563" y="1676400"/>
                  </a:lnTo>
                  <a:lnTo>
                    <a:pt x="227784" y="1663700"/>
                  </a:lnTo>
                  <a:lnTo>
                    <a:pt x="223673" y="1651000"/>
                  </a:lnTo>
                  <a:lnTo>
                    <a:pt x="8284" y="635000"/>
                  </a:lnTo>
                  <a:lnTo>
                    <a:pt x="4530" y="622300"/>
                  </a:lnTo>
                  <a:lnTo>
                    <a:pt x="1898" y="596900"/>
                  </a:lnTo>
                  <a:lnTo>
                    <a:pt x="388" y="584200"/>
                  </a:lnTo>
                  <a:lnTo>
                    <a:pt x="0" y="558800"/>
                  </a:lnTo>
                  <a:lnTo>
                    <a:pt x="732" y="533400"/>
                  </a:lnTo>
                  <a:lnTo>
                    <a:pt x="2585" y="520700"/>
                  </a:lnTo>
                  <a:lnTo>
                    <a:pt x="5558" y="495300"/>
                  </a:lnTo>
                  <a:lnTo>
                    <a:pt x="9651" y="482600"/>
                  </a:lnTo>
                  <a:lnTo>
                    <a:pt x="14836" y="457200"/>
                  </a:lnTo>
                  <a:lnTo>
                    <a:pt x="21085" y="431800"/>
                  </a:lnTo>
                  <a:lnTo>
                    <a:pt x="28399" y="419100"/>
                  </a:lnTo>
                  <a:lnTo>
                    <a:pt x="36777" y="393700"/>
                  </a:lnTo>
                  <a:lnTo>
                    <a:pt x="46166" y="381000"/>
                  </a:lnTo>
                  <a:lnTo>
                    <a:pt x="56513" y="368300"/>
                  </a:lnTo>
                  <a:lnTo>
                    <a:pt x="67818" y="342900"/>
                  </a:lnTo>
                  <a:lnTo>
                    <a:pt x="80081" y="330200"/>
                  </a:lnTo>
                  <a:lnTo>
                    <a:pt x="94215" y="317500"/>
                  </a:lnTo>
                  <a:lnTo>
                    <a:pt x="109216" y="292100"/>
                  </a:lnTo>
                  <a:lnTo>
                    <a:pt x="125083" y="279400"/>
                  </a:lnTo>
                  <a:lnTo>
                    <a:pt x="159313" y="254000"/>
                  </a:lnTo>
                  <a:lnTo>
                    <a:pt x="196284" y="228600"/>
                  </a:lnTo>
                  <a:lnTo>
                    <a:pt x="215759" y="215900"/>
                  </a:lnTo>
                  <a:lnTo>
                    <a:pt x="302482" y="215900"/>
                  </a:lnTo>
                  <a:lnTo>
                    <a:pt x="283160" y="228600"/>
                  </a:lnTo>
                  <a:lnTo>
                    <a:pt x="264225" y="228600"/>
                  </a:lnTo>
                  <a:lnTo>
                    <a:pt x="245678" y="241300"/>
                  </a:lnTo>
                  <a:lnTo>
                    <a:pt x="227518" y="254000"/>
                  </a:lnTo>
                  <a:lnTo>
                    <a:pt x="209853" y="254000"/>
                  </a:lnTo>
                  <a:lnTo>
                    <a:pt x="192788" y="266700"/>
                  </a:lnTo>
                  <a:lnTo>
                    <a:pt x="160465" y="292100"/>
                  </a:lnTo>
                  <a:lnTo>
                    <a:pt x="130919" y="317500"/>
                  </a:lnTo>
                  <a:lnTo>
                    <a:pt x="93223" y="368300"/>
                  </a:lnTo>
                  <a:lnTo>
                    <a:pt x="82803" y="381000"/>
                  </a:lnTo>
                  <a:lnTo>
                    <a:pt x="73264" y="393700"/>
                  </a:lnTo>
                  <a:lnTo>
                    <a:pt x="64604" y="419100"/>
                  </a:lnTo>
                  <a:lnTo>
                    <a:pt x="56874" y="431800"/>
                  </a:lnTo>
                  <a:lnTo>
                    <a:pt x="50121" y="444500"/>
                  </a:lnTo>
                  <a:lnTo>
                    <a:pt x="44348" y="469900"/>
                  </a:lnTo>
                  <a:lnTo>
                    <a:pt x="39552" y="482600"/>
                  </a:lnTo>
                  <a:lnTo>
                    <a:pt x="35760" y="508000"/>
                  </a:lnTo>
                  <a:lnTo>
                    <a:pt x="32998" y="520700"/>
                  </a:lnTo>
                  <a:lnTo>
                    <a:pt x="31266" y="546100"/>
                  </a:lnTo>
                  <a:lnTo>
                    <a:pt x="30564" y="558800"/>
                  </a:lnTo>
                  <a:lnTo>
                    <a:pt x="30893" y="584200"/>
                  </a:lnTo>
                  <a:lnTo>
                    <a:pt x="32254" y="596900"/>
                  </a:lnTo>
                  <a:lnTo>
                    <a:pt x="34647" y="609600"/>
                  </a:lnTo>
                  <a:lnTo>
                    <a:pt x="38072" y="635000"/>
                  </a:lnTo>
                  <a:lnTo>
                    <a:pt x="253461" y="1638300"/>
                  </a:lnTo>
                  <a:lnTo>
                    <a:pt x="257233" y="1651000"/>
                  </a:lnTo>
                  <a:lnTo>
                    <a:pt x="261625" y="1676400"/>
                  </a:lnTo>
                  <a:lnTo>
                    <a:pt x="278496" y="1714500"/>
                  </a:lnTo>
                  <a:lnTo>
                    <a:pt x="300644" y="1752600"/>
                  </a:lnTo>
                  <a:lnTo>
                    <a:pt x="327720" y="1790700"/>
                  </a:lnTo>
                  <a:lnTo>
                    <a:pt x="359312" y="1828800"/>
                  </a:lnTo>
                  <a:lnTo>
                    <a:pt x="370745" y="1841500"/>
                  </a:lnTo>
                  <a:close/>
                </a:path>
                <a:path w="6193155" h="1955800">
                  <a:moveTo>
                    <a:pt x="5956512" y="1714500"/>
                  </a:moveTo>
                  <a:lnTo>
                    <a:pt x="5922006" y="1714500"/>
                  </a:lnTo>
                  <a:lnTo>
                    <a:pt x="5925201" y="1701800"/>
                  </a:lnTo>
                  <a:lnTo>
                    <a:pt x="5928238" y="1701800"/>
                  </a:lnTo>
                  <a:lnTo>
                    <a:pt x="5931118" y="1689100"/>
                  </a:lnTo>
                  <a:lnTo>
                    <a:pt x="5933838" y="1676400"/>
                  </a:lnTo>
                  <a:lnTo>
                    <a:pt x="5936394" y="1676400"/>
                  </a:lnTo>
                  <a:lnTo>
                    <a:pt x="5938787" y="1663700"/>
                  </a:lnTo>
                  <a:lnTo>
                    <a:pt x="5970278" y="1663700"/>
                  </a:lnTo>
                  <a:lnTo>
                    <a:pt x="5967876" y="1676400"/>
                  </a:lnTo>
                  <a:lnTo>
                    <a:pt x="5965299" y="1689100"/>
                  </a:lnTo>
                  <a:lnTo>
                    <a:pt x="5962546" y="1689100"/>
                  </a:lnTo>
                  <a:lnTo>
                    <a:pt x="5959615" y="1701800"/>
                  </a:lnTo>
                  <a:lnTo>
                    <a:pt x="5956512" y="1714500"/>
                  </a:lnTo>
                  <a:close/>
                </a:path>
                <a:path w="6193155" h="1955800">
                  <a:moveTo>
                    <a:pt x="5949792" y="1727200"/>
                  </a:moveTo>
                  <a:lnTo>
                    <a:pt x="5915146" y="1727200"/>
                  </a:lnTo>
                  <a:lnTo>
                    <a:pt x="5918653" y="1714500"/>
                  </a:lnTo>
                  <a:lnTo>
                    <a:pt x="5953238" y="1714500"/>
                  </a:lnTo>
                  <a:lnTo>
                    <a:pt x="5949792" y="1727200"/>
                  </a:lnTo>
                  <a:close/>
                </a:path>
                <a:path w="6193155" h="1955800">
                  <a:moveTo>
                    <a:pt x="5938434" y="1752600"/>
                  </a:moveTo>
                  <a:lnTo>
                    <a:pt x="5903721" y="1752600"/>
                  </a:lnTo>
                  <a:lnTo>
                    <a:pt x="5907679" y="1739900"/>
                  </a:lnTo>
                  <a:lnTo>
                    <a:pt x="5911488" y="1727200"/>
                  </a:lnTo>
                  <a:lnTo>
                    <a:pt x="5946173" y="1727200"/>
                  </a:lnTo>
                  <a:lnTo>
                    <a:pt x="5942385" y="1739900"/>
                  </a:lnTo>
                  <a:lnTo>
                    <a:pt x="5938434" y="1752600"/>
                  </a:lnTo>
                  <a:close/>
                </a:path>
                <a:path w="6193155" h="1955800">
                  <a:moveTo>
                    <a:pt x="5930041" y="1765300"/>
                  </a:moveTo>
                  <a:lnTo>
                    <a:pt x="5895359" y="1765300"/>
                  </a:lnTo>
                  <a:lnTo>
                    <a:pt x="5899611" y="1752600"/>
                  </a:lnTo>
                  <a:lnTo>
                    <a:pt x="5934319" y="1752600"/>
                  </a:lnTo>
                  <a:lnTo>
                    <a:pt x="5930041" y="1765300"/>
                  </a:lnTo>
                  <a:close/>
                </a:path>
                <a:path w="6193155" h="1955800">
                  <a:moveTo>
                    <a:pt x="5921008" y="1778000"/>
                  </a:moveTo>
                  <a:lnTo>
                    <a:pt x="5886429" y="1778000"/>
                  </a:lnTo>
                  <a:lnTo>
                    <a:pt x="5890964" y="1765300"/>
                  </a:lnTo>
                  <a:lnTo>
                    <a:pt x="5925603" y="1765300"/>
                  </a:lnTo>
                  <a:lnTo>
                    <a:pt x="5921008" y="1778000"/>
                  </a:lnTo>
                  <a:close/>
                </a:path>
                <a:path w="6193155" h="1955800">
                  <a:moveTo>
                    <a:pt x="5906286" y="1803400"/>
                  </a:moveTo>
                  <a:lnTo>
                    <a:pt x="5866907" y="1803400"/>
                  </a:lnTo>
                  <a:lnTo>
                    <a:pt x="5871989" y="1790700"/>
                  </a:lnTo>
                  <a:lnTo>
                    <a:pt x="5876937" y="1790700"/>
                  </a:lnTo>
                  <a:lnTo>
                    <a:pt x="5881750" y="1778000"/>
                  </a:lnTo>
                  <a:lnTo>
                    <a:pt x="5916255" y="1778000"/>
                  </a:lnTo>
                  <a:lnTo>
                    <a:pt x="5911344" y="1790700"/>
                  </a:lnTo>
                  <a:lnTo>
                    <a:pt x="5906286" y="1803400"/>
                  </a:lnTo>
                  <a:close/>
                </a:path>
                <a:path w="6193155" h="1955800">
                  <a:moveTo>
                    <a:pt x="5895726" y="1816100"/>
                  </a:moveTo>
                  <a:lnTo>
                    <a:pt x="5850893" y="1816100"/>
                  </a:lnTo>
                  <a:lnTo>
                    <a:pt x="5856356" y="1803400"/>
                  </a:lnTo>
                  <a:lnTo>
                    <a:pt x="5901079" y="1803400"/>
                  </a:lnTo>
                  <a:lnTo>
                    <a:pt x="5895726" y="1816100"/>
                  </a:lnTo>
                  <a:close/>
                </a:path>
                <a:path w="6193155" h="1955800">
                  <a:moveTo>
                    <a:pt x="5884587" y="1828800"/>
                  </a:moveTo>
                  <a:lnTo>
                    <a:pt x="5839601" y="1828800"/>
                  </a:lnTo>
                  <a:lnTo>
                    <a:pt x="5845307" y="1816100"/>
                  </a:lnTo>
                  <a:lnTo>
                    <a:pt x="5890225" y="1816100"/>
                  </a:lnTo>
                  <a:lnTo>
                    <a:pt x="5884587" y="1828800"/>
                  </a:lnTo>
                  <a:close/>
                </a:path>
                <a:path w="6193155" h="1955800">
                  <a:moveTo>
                    <a:pt x="5872896" y="1841500"/>
                  </a:moveTo>
                  <a:lnTo>
                    <a:pt x="5827846" y="1841500"/>
                  </a:lnTo>
                  <a:lnTo>
                    <a:pt x="5833781" y="1828800"/>
                  </a:lnTo>
                  <a:lnTo>
                    <a:pt x="5878810" y="1828800"/>
                  </a:lnTo>
                  <a:lnTo>
                    <a:pt x="5872896" y="1841500"/>
                  </a:lnTo>
                  <a:close/>
                </a:path>
                <a:path w="6193155" h="1955800">
                  <a:moveTo>
                    <a:pt x="447545" y="1892300"/>
                  </a:moveTo>
                  <a:lnTo>
                    <a:pt x="390701" y="1892300"/>
                  </a:lnTo>
                  <a:lnTo>
                    <a:pt x="377019" y="1879600"/>
                  </a:lnTo>
                  <a:lnTo>
                    <a:pt x="363724" y="1866900"/>
                  </a:lnTo>
                  <a:lnTo>
                    <a:pt x="350863" y="1854200"/>
                  </a:lnTo>
                  <a:lnTo>
                    <a:pt x="338482" y="1841500"/>
                  </a:lnTo>
                  <a:lnTo>
                    <a:pt x="382621" y="1841500"/>
                  </a:lnTo>
                  <a:lnTo>
                    <a:pt x="394899" y="1854200"/>
                  </a:lnTo>
                  <a:lnTo>
                    <a:pt x="407535" y="1866900"/>
                  </a:lnTo>
                  <a:lnTo>
                    <a:pt x="420530" y="1866900"/>
                  </a:lnTo>
                  <a:lnTo>
                    <a:pt x="433882" y="1879600"/>
                  </a:lnTo>
                  <a:lnTo>
                    <a:pt x="447545" y="1892300"/>
                  </a:lnTo>
                  <a:close/>
                </a:path>
                <a:path w="6193155" h="1955800">
                  <a:moveTo>
                    <a:pt x="5860669" y="1854200"/>
                  </a:moveTo>
                  <a:lnTo>
                    <a:pt x="5809378" y="1854200"/>
                  </a:lnTo>
                  <a:lnTo>
                    <a:pt x="5815639" y="1841500"/>
                  </a:lnTo>
                  <a:lnTo>
                    <a:pt x="5866846" y="1841500"/>
                  </a:lnTo>
                  <a:lnTo>
                    <a:pt x="5860669" y="1854200"/>
                  </a:lnTo>
                  <a:close/>
                </a:path>
                <a:path w="6193155" h="1955800">
                  <a:moveTo>
                    <a:pt x="5841388" y="1866900"/>
                  </a:moveTo>
                  <a:lnTo>
                    <a:pt x="5789983" y="1866900"/>
                  </a:lnTo>
                  <a:lnTo>
                    <a:pt x="5796546" y="1854200"/>
                  </a:lnTo>
                  <a:lnTo>
                    <a:pt x="5847939" y="1854200"/>
                  </a:lnTo>
                  <a:lnTo>
                    <a:pt x="5841388" y="1866900"/>
                  </a:lnTo>
                  <a:close/>
                </a:path>
                <a:path w="6193155" h="1955800">
                  <a:moveTo>
                    <a:pt x="5827932" y="1879600"/>
                  </a:moveTo>
                  <a:lnTo>
                    <a:pt x="5769753" y="1879600"/>
                  </a:lnTo>
                  <a:lnTo>
                    <a:pt x="5776587" y="1866900"/>
                  </a:lnTo>
                  <a:lnTo>
                    <a:pt x="5834716" y="1866900"/>
                  </a:lnTo>
                  <a:lnTo>
                    <a:pt x="5827932" y="1879600"/>
                  </a:lnTo>
                  <a:close/>
                </a:path>
                <a:path w="6193155" h="1955800">
                  <a:moveTo>
                    <a:pt x="5806922" y="1892300"/>
                  </a:moveTo>
                  <a:lnTo>
                    <a:pt x="5748765" y="1892300"/>
                  </a:lnTo>
                  <a:lnTo>
                    <a:pt x="5755838" y="1879600"/>
                  </a:lnTo>
                  <a:lnTo>
                    <a:pt x="5814029" y="1879600"/>
                  </a:lnTo>
                  <a:lnTo>
                    <a:pt x="5806922" y="1892300"/>
                  </a:lnTo>
                  <a:close/>
                </a:path>
                <a:path w="6193155" h="1955800">
                  <a:moveTo>
                    <a:pt x="519577" y="1917700"/>
                  </a:moveTo>
                  <a:lnTo>
                    <a:pt x="434020" y="1917700"/>
                  </a:lnTo>
                  <a:lnTo>
                    <a:pt x="419228" y="1905000"/>
                  </a:lnTo>
                  <a:lnTo>
                    <a:pt x="404771" y="1892300"/>
                  </a:lnTo>
                  <a:lnTo>
                    <a:pt x="475656" y="1892300"/>
                  </a:lnTo>
                  <a:lnTo>
                    <a:pt x="490104" y="1905000"/>
                  </a:lnTo>
                  <a:lnTo>
                    <a:pt x="504762" y="1905000"/>
                  </a:lnTo>
                  <a:lnTo>
                    <a:pt x="519577" y="1917700"/>
                  </a:lnTo>
                  <a:close/>
                </a:path>
                <a:path w="6193155" h="1955800">
                  <a:moveTo>
                    <a:pt x="5792406" y="1905000"/>
                  </a:moveTo>
                  <a:lnTo>
                    <a:pt x="5719764" y="1905000"/>
                  </a:lnTo>
                  <a:lnTo>
                    <a:pt x="5727110" y="1892300"/>
                  </a:lnTo>
                  <a:lnTo>
                    <a:pt x="5799714" y="1892300"/>
                  </a:lnTo>
                  <a:lnTo>
                    <a:pt x="5792406" y="1905000"/>
                  </a:lnTo>
                  <a:close/>
                </a:path>
                <a:path w="6193155" h="1955800">
                  <a:moveTo>
                    <a:pt x="5769922" y="1917700"/>
                  </a:moveTo>
                  <a:lnTo>
                    <a:pt x="5682177" y="1917700"/>
                  </a:lnTo>
                  <a:lnTo>
                    <a:pt x="5689794" y="1905000"/>
                  </a:lnTo>
                  <a:lnTo>
                    <a:pt x="5777502" y="1905000"/>
                  </a:lnTo>
                  <a:lnTo>
                    <a:pt x="5769922" y="1917700"/>
                  </a:lnTo>
                  <a:close/>
                </a:path>
                <a:path w="6193155" h="1955800">
                  <a:moveTo>
                    <a:pt x="5738781" y="1930400"/>
                  </a:moveTo>
                  <a:lnTo>
                    <a:pt x="464454" y="1930400"/>
                  </a:lnTo>
                  <a:lnTo>
                    <a:pt x="449095" y="1917700"/>
                  </a:lnTo>
                  <a:lnTo>
                    <a:pt x="5746678" y="1917700"/>
                  </a:lnTo>
                  <a:lnTo>
                    <a:pt x="5738781" y="1930400"/>
                  </a:lnTo>
                  <a:close/>
                </a:path>
                <a:path w="6193155" h="1955800">
                  <a:moveTo>
                    <a:pt x="5706535" y="1943100"/>
                  </a:moveTo>
                  <a:lnTo>
                    <a:pt x="495965" y="1943100"/>
                  </a:lnTo>
                  <a:lnTo>
                    <a:pt x="480095" y="1930400"/>
                  </a:lnTo>
                  <a:lnTo>
                    <a:pt x="5714685" y="1930400"/>
                  </a:lnTo>
                  <a:lnTo>
                    <a:pt x="5706535" y="1943100"/>
                  </a:lnTo>
                  <a:close/>
                </a:path>
                <a:path w="6193155" h="1955800">
                  <a:moveTo>
                    <a:pt x="5648171" y="1955800"/>
                  </a:moveTo>
                  <a:lnTo>
                    <a:pt x="561098" y="1955800"/>
                  </a:lnTo>
                  <a:lnTo>
                    <a:pt x="544601" y="1943100"/>
                  </a:lnTo>
                  <a:lnTo>
                    <a:pt x="5656620" y="1943100"/>
                  </a:lnTo>
                  <a:lnTo>
                    <a:pt x="5648171" y="19558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421310" y="6139004"/>
              <a:ext cx="5981065" cy="1927225"/>
            </a:xfrm>
            <a:custGeom>
              <a:avLst/>
              <a:gdLst/>
              <a:ahLst/>
              <a:cxnLst/>
              <a:rect l="l" t="t" r="r" b="b"/>
              <a:pathLst>
                <a:path w="5981065" h="1927225">
                  <a:moveTo>
                    <a:pt x="563231" y="1926921"/>
                  </a:moveTo>
                  <a:lnTo>
                    <a:pt x="516283" y="1921894"/>
                  </a:lnTo>
                  <a:lnTo>
                    <a:pt x="470361" y="1910908"/>
                  </a:lnTo>
                  <a:lnTo>
                    <a:pt x="426191" y="1894142"/>
                  </a:lnTo>
                  <a:lnTo>
                    <a:pt x="384529" y="1871863"/>
                  </a:lnTo>
                  <a:lnTo>
                    <a:pt x="346077" y="1844461"/>
                  </a:lnTo>
                  <a:lnTo>
                    <a:pt x="311439" y="1812370"/>
                  </a:lnTo>
                  <a:lnTo>
                    <a:pt x="281167" y="1776096"/>
                  </a:lnTo>
                  <a:lnTo>
                    <a:pt x="255780" y="1736250"/>
                  </a:lnTo>
                  <a:lnTo>
                    <a:pt x="235705" y="1693513"/>
                  </a:lnTo>
                  <a:lnTo>
                    <a:pt x="221250" y="1648567"/>
                  </a:lnTo>
                  <a:lnTo>
                    <a:pt x="7681" y="625759"/>
                  </a:lnTo>
                  <a:lnTo>
                    <a:pt x="0" y="556052"/>
                  </a:lnTo>
                  <a:lnTo>
                    <a:pt x="4029" y="496042"/>
                  </a:lnTo>
                  <a:lnTo>
                    <a:pt x="17752" y="437498"/>
                  </a:lnTo>
                  <a:lnTo>
                    <a:pt x="40810" y="381948"/>
                  </a:lnTo>
                  <a:lnTo>
                    <a:pt x="72579" y="330895"/>
                  </a:lnTo>
                  <a:lnTo>
                    <a:pt x="112231" y="285671"/>
                  </a:lnTo>
                  <a:lnTo>
                    <a:pt x="158692" y="247500"/>
                  </a:lnTo>
                  <a:lnTo>
                    <a:pt x="210750" y="217376"/>
                  </a:lnTo>
                  <a:lnTo>
                    <a:pt x="266997" y="196117"/>
                  </a:lnTo>
                  <a:lnTo>
                    <a:pt x="325965" y="184275"/>
                  </a:lnTo>
                  <a:lnTo>
                    <a:pt x="5610378" y="0"/>
                  </a:lnTo>
                  <a:lnTo>
                    <a:pt x="5671506" y="4651"/>
                  </a:lnTo>
                  <a:lnTo>
                    <a:pt x="5731039" y="19368"/>
                  </a:lnTo>
                  <a:lnTo>
                    <a:pt x="5787295" y="43735"/>
                  </a:lnTo>
                  <a:lnTo>
                    <a:pt x="5838751" y="77091"/>
                  </a:lnTo>
                  <a:lnTo>
                    <a:pt x="5883961" y="118499"/>
                  </a:lnTo>
                  <a:lnTo>
                    <a:pt x="5921695" y="166835"/>
                  </a:lnTo>
                  <a:lnTo>
                    <a:pt x="5950897" y="220741"/>
                  </a:lnTo>
                  <a:lnTo>
                    <a:pt x="5970771" y="278752"/>
                  </a:lnTo>
                  <a:lnTo>
                    <a:pt x="5980764" y="339240"/>
                  </a:lnTo>
                  <a:lnTo>
                    <a:pt x="5980593" y="400562"/>
                  </a:lnTo>
                  <a:lnTo>
                    <a:pt x="5775817" y="1621740"/>
                  </a:lnTo>
                  <a:lnTo>
                    <a:pt x="5764320" y="1668736"/>
                  </a:lnTo>
                  <a:lnTo>
                    <a:pt x="5735837" y="1735419"/>
                  </a:lnTo>
                  <a:lnTo>
                    <a:pt x="5694886" y="1795265"/>
                  </a:lnTo>
                  <a:lnTo>
                    <a:pt x="5643046" y="1845961"/>
                  </a:lnTo>
                  <a:lnTo>
                    <a:pt x="5582306" y="1885563"/>
                  </a:lnTo>
                  <a:lnTo>
                    <a:pt x="5515005" y="1912545"/>
                  </a:lnTo>
                  <a:lnTo>
                    <a:pt x="5443729" y="1925873"/>
                  </a:lnTo>
                  <a:lnTo>
                    <a:pt x="563231" y="1926921"/>
                  </a:lnTo>
                  <a:close/>
                </a:path>
              </a:pathLst>
            </a:custGeom>
            <a:solidFill>
              <a:srgbClr val="E9D6BA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7731209" y="5301037"/>
            <a:ext cx="5551170" cy="1234312"/>
          </a:xfrm>
          <a:prstGeom prst="rect">
            <a:avLst/>
          </a:prstGeom>
        </p:spPr>
        <p:txBody>
          <a:bodyPr vert="horz" wrap="square" lIns="0" tIns="1250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lang="en-IN" b="1" dirty="0"/>
              <a:t>Understanding + Re-teach:</a:t>
            </a:r>
            <a:r>
              <a:rPr lang="en-IN" dirty="0"/>
              <a:t> VISTA detects learning gaps of entire class students  and provides a different explanation instead of simply repeating the same content.</a:t>
            </a:r>
            <a:endParaRPr dirty="0">
              <a:latin typeface="Century Gothic"/>
              <a:cs typeface="Century Gothic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4886897" y="7228888"/>
            <a:ext cx="1068555" cy="1087863"/>
            <a:chOff x="4876220" y="8567653"/>
            <a:chExt cx="1109345" cy="1109345"/>
          </a:xfrm>
        </p:grpSpPr>
        <p:pic>
          <p:nvPicPr>
            <p:cNvPr id="40" name="object 4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76220" y="8567653"/>
              <a:ext cx="1109045" cy="1109075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5044439" y="8735902"/>
              <a:ext cx="772795" cy="772795"/>
            </a:xfrm>
            <a:custGeom>
              <a:avLst/>
              <a:gdLst/>
              <a:ahLst/>
              <a:cxnLst/>
              <a:rect l="l" t="t" r="r" b="b"/>
              <a:pathLst>
                <a:path w="772795" h="772795">
                  <a:moveTo>
                    <a:pt x="386303" y="772576"/>
                  </a:moveTo>
                  <a:lnTo>
                    <a:pt x="337844" y="769566"/>
                  </a:lnTo>
                  <a:lnTo>
                    <a:pt x="291182" y="760779"/>
                  </a:lnTo>
                  <a:lnTo>
                    <a:pt x="246678" y="746575"/>
                  </a:lnTo>
                  <a:lnTo>
                    <a:pt x="204695" y="727317"/>
                  </a:lnTo>
                  <a:lnTo>
                    <a:pt x="165595" y="703366"/>
                  </a:lnTo>
                  <a:lnTo>
                    <a:pt x="129739" y="675085"/>
                  </a:lnTo>
                  <a:lnTo>
                    <a:pt x="97490" y="642836"/>
                  </a:lnTo>
                  <a:lnTo>
                    <a:pt x="69209" y="606981"/>
                  </a:lnTo>
                  <a:lnTo>
                    <a:pt x="45259" y="567880"/>
                  </a:lnTo>
                  <a:lnTo>
                    <a:pt x="26001" y="525898"/>
                  </a:lnTo>
                  <a:lnTo>
                    <a:pt x="11797" y="481394"/>
                  </a:lnTo>
                  <a:lnTo>
                    <a:pt x="3009" y="434732"/>
                  </a:lnTo>
                  <a:lnTo>
                    <a:pt x="0" y="386273"/>
                  </a:lnTo>
                  <a:lnTo>
                    <a:pt x="3009" y="337820"/>
                  </a:lnTo>
                  <a:lnTo>
                    <a:pt x="11797" y="291163"/>
                  </a:lnTo>
                  <a:lnTo>
                    <a:pt x="26001" y="246664"/>
                  </a:lnTo>
                  <a:lnTo>
                    <a:pt x="45259" y="204685"/>
                  </a:lnTo>
                  <a:lnTo>
                    <a:pt x="69209" y="165588"/>
                  </a:lnTo>
                  <a:lnTo>
                    <a:pt x="97490" y="129735"/>
                  </a:lnTo>
                  <a:lnTo>
                    <a:pt x="129739" y="97487"/>
                  </a:lnTo>
                  <a:lnTo>
                    <a:pt x="165595" y="69208"/>
                  </a:lnTo>
                  <a:lnTo>
                    <a:pt x="204695" y="45258"/>
                  </a:lnTo>
                  <a:lnTo>
                    <a:pt x="246678" y="26000"/>
                  </a:lnTo>
                  <a:lnTo>
                    <a:pt x="291182" y="11797"/>
                  </a:lnTo>
                  <a:lnTo>
                    <a:pt x="337844" y="3009"/>
                  </a:lnTo>
                  <a:lnTo>
                    <a:pt x="386303" y="0"/>
                  </a:lnTo>
                  <a:lnTo>
                    <a:pt x="434756" y="3009"/>
                  </a:lnTo>
                  <a:lnTo>
                    <a:pt x="481412" y="11797"/>
                  </a:lnTo>
                  <a:lnTo>
                    <a:pt x="525911" y="26000"/>
                  </a:lnTo>
                  <a:lnTo>
                    <a:pt x="567891" y="45258"/>
                  </a:lnTo>
                  <a:lnTo>
                    <a:pt x="606988" y="69208"/>
                  </a:lnTo>
                  <a:lnTo>
                    <a:pt x="642841" y="97487"/>
                  </a:lnTo>
                  <a:lnTo>
                    <a:pt x="675088" y="129735"/>
                  </a:lnTo>
                  <a:lnTo>
                    <a:pt x="703368" y="165588"/>
                  </a:lnTo>
                  <a:lnTo>
                    <a:pt x="727317" y="204685"/>
                  </a:lnTo>
                  <a:lnTo>
                    <a:pt x="746575" y="246664"/>
                  </a:lnTo>
                  <a:lnTo>
                    <a:pt x="760779" y="291163"/>
                  </a:lnTo>
                  <a:lnTo>
                    <a:pt x="769566" y="337820"/>
                  </a:lnTo>
                  <a:lnTo>
                    <a:pt x="772576" y="386273"/>
                  </a:lnTo>
                  <a:lnTo>
                    <a:pt x="769566" y="434732"/>
                  </a:lnTo>
                  <a:lnTo>
                    <a:pt x="760779" y="481394"/>
                  </a:lnTo>
                  <a:lnTo>
                    <a:pt x="746575" y="525898"/>
                  </a:lnTo>
                  <a:lnTo>
                    <a:pt x="727317" y="567880"/>
                  </a:lnTo>
                  <a:lnTo>
                    <a:pt x="703368" y="606981"/>
                  </a:lnTo>
                  <a:lnTo>
                    <a:pt x="675088" y="642836"/>
                  </a:lnTo>
                  <a:lnTo>
                    <a:pt x="642841" y="675085"/>
                  </a:lnTo>
                  <a:lnTo>
                    <a:pt x="606988" y="703366"/>
                  </a:lnTo>
                  <a:lnTo>
                    <a:pt x="567891" y="727317"/>
                  </a:lnTo>
                  <a:lnTo>
                    <a:pt x="525911" y="746575"/>
                  </a:lnTo>
                  <a:lnTo>
                    <a:pt x="481412" y="760779"/>
                  </a:lnTo>
                  <a:lnTo>
                    <a:pt x="434756" y="769566"/>
                  </a:lnTo>
                  <a:lnTo>
                    <a:pt x="386303" y="77257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5234436" y="7413782"/>
            <a:ext cx="367030" cy="7181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IN" sz="4550" b="1" spc="75" dirty="0">
                <a:solidFill>
                  <a:srgbClr val="4574A6"/>
                </a:solidFill>
                <a:latin typeface="Century Gothic"/>
                <a:cs typeface="Century Gothic"/>
              </a:rPr>
              <a:t>3</a:t>
            </a:r>
            <a:endParaRPr lang="en-IN" sz="4550" dirty="0">
              <a:latin typeface="Century Gothic"/>
              <a:cs typeface="Century Gothic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6001464" y="6962753"/>
            <a:ext cx="6500212" cy="1425326"/>
            <a:chOff x="6127845" y="8295372"/>
            <a:chExt cx="6193155" cy="1991995"/>
          </a:xfrm>
        </p:grpSpPr>
        <p:sp>
          <p:nvSpPr>
            <p:cNvPr id="44" name="object 44"/>
            <p:cNvSpPr/>
            <p:nvPr/>
          </p:nvSpPr>
          <p:spPr>
            <a:xfrm>
              <a:off x="6127845" y="8448010"/>
              <a:ext cx="6193155" cy="1839595"/>
            </a:xfrm>
            <a:custGeom>
              <a:avLst/>
              <a:gdLst/>
              <a:ahLst/>
              <a:cxnLst/>
              <a:rect l="l" t="t" r="r" b="b"/>
              <a:pathLst>
                <a:path w="6193155" h="1839595">
                  <a:moveTo>
                    <a:pt x="367560" y="1838980"/>
                  </a:moveTo>
                  <a:lnTo>
                    <a:pt x="323699" y="1838980"/>
                  </a:lnTo>
                  <a:lnTo>
                    <a:pt x="315160" y="1829909"/>
                  </a:lnTo>
                  <a:lnTo>
                    <a:pt x="284136" y="1790831"/>
                  </a:lnTo>
                  <a:lnTo>
                    <a:pt x="258275" y="1748124"/>
                  </a:lnTo>
                  <a:lnTo>
                    <a:pt x="238011" y="1702496"/>
                  </a:lnTo>
                  <a:lnTo>
                    <a:pt x="223673" y="1654704"/>
                  </a:lnTo>
                  <a:lnTo>
                    <a:pt x="8284" y="646502"/>
                  </a:lnTo>
                  <a:lnTo>
                    <a:pt x="1898" y="605932"/>
                  </a:lnTo>
                  <a:lnTo>
                    <a:pt x="9" y="565384"/>
                  </a:lnTo>
                  <a:lnTo>
                    <a:pt x="0" y="564905"/>
                  </a:lnTo>
                  <a:lnTo>
                    <a:pt x="2585" y="523916"/>
                  </a:lnTo>
                  <a:lnTo>
                    <a:pt x="9651" y="483457"/>
                  </a:lnTo>
                  <a:lnTo>
                    <a:pt x="21085" y="444011"/>
                  </a:lnTo>
                  <a:lnTo>
                    <a:pt x="36777" y="406057"/>
                  </a:lnTo>
                  <a:lnTo>
                    <a:pt x="56564" y="369962"/>
                  </a:lnTo>
                  <a:lnTo>
                    <a:pt x="80081" y="336404"/>
                  </a:lnTo>
                  <a:lnTo>
                    <a:pt x="109216" y="303318"/>
                  </a:lnTo>
                  <a:lnTo>
                    <a:pt x="141816" y="273643"/>
                  </a:lnTo>
                  <a:lnTo>
                    <a:pt x="177469" y="247714"/>
                  </a:lnTo>
                  <a:lnTo>
                    <a:pt x="215759" y="225867"/>
                  </a:lnTo>
                  <a:lnTo>
                    <a:pt x="256211" y="208342"/>
                  </a:lnTo>
                  <a:lnTo>
                    <a:pt x="298346" y="195378"/>
                  </a:lnTo>
                  <a:lnTo>
                    <a:pt x="341647" y="187103"/>
                  </a:lnTo>
                  <a:lnTo>
                    <a:pt x="385596" y="183646"/>
                  </a:lnTo>
                  <a:lnTo>
                    <a:pt x="5783294" y="336"/>
                  </a:lnTo>
                  <a:lnTo>
                    <a:pt x="5805576" y="0"/>
                  </a:lnTo>
                  <a:lnTo>
                    <a:pt x="5827773" y="911"/>
                  </a:lnTo>
                  <a:lnTo>
                    <a:pt x="5871909" y="6482"/>
                  </a:lnTo>
                  <a:lnTo>
                    <a:pt x="5915142" y="16946"/>
                  </a:lnTo>
                  <a:lnTo>
                    <a:pt x="5956926" y="32203"/>
                  </a:lnTo>
                  <a:lnTo>
                    <a:pt x="5959033" y="33179"/>
                  </a:lnTo>
                  <a:lnTo>
                    <a:pt x="5784822" y="33179"/>
                  </a:lnTo>
                  <a:lnTo>
                    <a:pt x="381777" y="214961"/>
                  </a:lnTo>
                  <a:lnTo>
                    <a:pt x="341821" y="218403"/>
                  </a:lnTo>
                  <a:lnTo>
                    <a:pt x="302482" y="226201"/>
                  </a:lnTo>
                  <a:lnTo>
                    <a:pt x="264225" y="238237"/>
                  </a:lnTo>
                  <a:lnTo>
                    <a:pt x="227518" y="254392"/>
                  </a:lnTo>
                  <a:lnTo>
                    <a:pt x="192788" y="274448"/>
                  </a:lnTo>
                  <a:lnTo>
                    <a:pt x="160465" y="298187"/>
                  </a:lnTo>
                  <a:lnTo>
                    <a:pt x="130919" y="325306"/>
                  </a:lnTo>
                  <a:lnTo>
                    <a:pt x="104522" y="355498"/>
                  </a:lnTo>
                  <a:lnTo>
                    <a:pt x="73264" y="402633"/>
                  </a:lnTo>
                  <a:lnTo>
                    <a:pt x="50121" y="454303"/>
                  </a:lnTo>
                  <a:lnTo>
                    <a:pt x="35760" y="509066"/>
                  </a:lnTo>
                  <a:lnTo>
                    <a:pt x="30582" y="564905"/>
                  </a:lnTo>
                  <a:lnTo>
                    <a:pt x="30564" y="565384"/>
                  </a:lnTo>
                  <a:lnTo>
                    <a:pt x="30893" y="584292"/>
                  </a:lnTo>
                  <a:lnTo>
                    <a:pt x="38072" y="640392"/>
                  </a:lnTo>
                  <a:lnTo>
                    <a:pt x="253461" y="1647829"/>
                  </a:lnTo>
                  <a:lnTo>
                    <a:pt x="266636" y="1691973"/>
                  </a:lnTo>
                  <a:lnTo>
                    <a:pt x="285301" y="1734118"/>
                  </a:lnTo>
                  <a:lnTo>
                    <a:pt x="309151" y="1773566"/>
                  </a:lnTo>
                  <a:lnTo>
                    <a:pt x="337782" y="1809653"/>
                  </a:lnTo>
                  <a:lnTo>
                    <a:pt x="359312" y="1831583"/>
                  </a:lnTo>
                  <a:lnTo>
                    <a:pt x="367560" y="1838980"/>
                  </a:lnTo>
                  <a:close/>
                </a:path>
                <a:path w="6193155" h="1839595">
                  <a:moveTo>
                    <a:pt x="5876391" y="1838980"/>
                  </a:moveTo>
                  <a:lnTo>
                    <a:pt x="5832341" y="1838980"/>
                  </a:lnTo>
                  <a:lnTo>
                    <a:pt x="5833781" y="1837722"/>
                  </a:lnTo>
                  <a:lnTo>
                    <a:pt x="5839601" y="1832409"/>
                  </a:lnTo>
                  <a:lnTo>
                    <a:pt x="5866906" y="1804017"/>
                  </a:lnTo>
                  <a:lnTo>
                    <a:pt x="5890964" y="1772816"/>
                  </a:lnTo>
                  <a:lnTo>
                    <a:pt x="5911488" y="1739197"/>
                  </a:lnTo>
                  <a:lnTo>
                    <a:pt x="5928238" y="1703546"/>
                  </a:lnTo>
                  <a:lnTo>
                    <a:pt x="5941017" y="1666283"/>
                  </a:lnTo>
                  <a:lnTo>
                    <a:pt x="6156787" y="446389"/>
                  </a:lnTo>
                  <a:lnTo>
                    <a:pt x="6161707" y="408331"/>
                  </a:lnTo>
                  <a:lnTo>
                    <a:pt x="6162571" y="389186"/>
                  </a:lnTo>
                  <a:lnTo>
                    <a:pt x="6162378" y="370661"/>
                  </a:lnTo>
                  <a:lnTo>
                    <a:pt x="6162370" y="369962"/>
                  </a:lnTo>
                  <a:lnTo>
                    <a:pt x="6158798" y="331754"/>
                  </a:lnTo>
                  <a:lnTo>
                    <a:pt x="6150997" y="294179"/>
                  </a:lnTo>
                  <a:lnTo>
                    <a:pt x="6139100" y="257695"/>
                  </a:lnTo>
                  <a:lnTo>
                    <a:pt x="6123226" y="222759"/>
                  </a:lnTo>
                  <a:lnTo>
                    <a:pt x="6103587" y="189789"/>
                  </a:lnTo>
                  <a:lnTo>
                    <a:pt x="6080408" y="159204"/>
                  </a:lnTo>
                  <a:lnTo>
                    <a:pt x="6052568" y="130634"/>
                  </a:lnTo>
                  <a:lnTo>
                    <a:pt x="6021795" y="105246"/>
                  </a:lnTo>
                  <a:lnTo>
                    <a:pt x="5988466" y="83319"/>
                  </a:lnTo>
                  <a:lnTo>
                    <a:pt x="5952955" y="65131"/>
                  </a:lnTo>
                  <a:lnTo>
                    <a:pt x="5915698" y="50870"/>
                  </a:lnTo>
                  <a:lnTo>
                    <a:pt x="5877118" y="40729"/>
                  </a:lnTo>
                  <a:lnTo>
                    <a:pt x="5837665" y="34800"/>
                  </a:lnTo>
                  <a:lnTo>
                    <a:pt x="5797806" y="33179"/>
                  </a:lnTo>
                  <a:lnTo>
                    <a:pt x="5959033" y="33179"/>
                  </a:lnTo>
                  <a:lnTo>
                    <a:pt x="5996745" y="52032"/>
                  </a:lnTo>
                  <a:lnTo>
                    <a:pt x="6034084" y="76210"/>
                  </a:lnTo>
                  <a:lnTo>
                    <a:pt x="6068486" y="104406"/>
                  </a:lnTo>
                  <a:lnTo>
                    <a:pt x="6099503" y="136291"/>
                  </a:lnTo>
                  <a:lnTo>
                    <a:pt x="6125529" y="169630"/>
                  </a:lnTo>
                  <a:lnTo>
                    <a:pt x="6147637" y="205684"/>
                  </a:lnTo>
                  <a:lnTo>
                    <a:pt x="6165578" y="243985"/>
                  </a:lnTo>
                  <a:lnTo>
                    <a:pt x="6179097" y="284060"/>
                  </a:lnTo>
                  <a:lnTo>
                    <a:pt x="6188034" y="325306"/>
                  </a:lnTo>
                  <a:lnTo>
                    <a:pt x="6192296" y="367476"/>
                  </a:lnTo>
                  <a:lnTo>
                    <a:pt x="6192630" y="389186"/>
                  </a:lnTo>
                  <a:lnTo>
                    <a:pt x="6191962" y="406057"/>
                  </a:lnTo>
                  <a:lnTo>
                    <a:pt x="6191872" y="408331"/>
                  </a:lnTo>
                  <a:lnTo>
                    <a:pt x="6186575" y="451736"/>
                  </a:lnTo>
                  <a:lnTo>
                    <a:pt x="5978060" y="1640955"/>
                  </a:lnTo>
                  <a:lnTo>
                    <a:pt x="5967876" y="1682438"/>
                  </a:lnTo>
                  <a:lnTo>
                    <a:pt x="5953237" y="1722563"/>
                  </a:lnTo>
                  <a:lnTo>
                    <a:pt x="5934378" y="1760748"/>
                  </a:lnTo>
                  <a:lnTo>
                    <a:pt x="5911343" y="1796868"/>
                  </a:lnTo>
                  <a:lnTo>
                    <a:pt x="5884587" y="1830163"/>
                  </a:lnTo>
                  <a:lnTo>
                    <a:pt x="5878810" y="1836458"/>
                  </a:lnTo>
                  <a:lnTo>
                    <a:pt x="5876391" y="183898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6215521" y="8295372"/>
              <a:ext cx="5981065" cy="1927225"/>
            </a:xfrm>
            <a:custGeom>
              <a:avLst/>
              <a:gdLst/>
              <a:ahLst/>
              <a:cxnLst/>
              <a:rect l="l" t="t" r="r" b="b"/>
              <a:pathLst>
                <a:path w="5981065" h="1927225">
                  <a:moveTo>
                    <a:pt x="563231" y="1926921"/>
                  </a:moveTo>
                  <a:lnTo>
                    <a:pt x="516283" y="1921894"/>
                  </a:lnTo>
                  <a:lnTo>
                    <a:pt x="470361" y="1910908"/>
                  </a:lnTo>
                  <a:lnTo>
                    <a:pt x="426191" y="1894142"/>
                  </a:lnTo>
                  <a:lnTo>
                    <a:pt x="384529" y="1871863"/>
                  </a:lnTo>
                  <a:lnTo>
                    <a:pt x="346077" y="1844461"/>
                  </a:lnTo>
                  <a:lnTo>
                    <a:pt x="311439" y="1812370"/>
                  </a:lnTo>
                  <a:lnTo>
                    <a:pt x="281167" y="1776096"/>
                  </a:lnTo>
                  <a:lnTo>
                    <a:pt x="255780" y="1736250"/>
                  </a:lnTo>
                  <a:lnTo>
                    <a:pt x="235705" y="1693513"/>
                  </a:lnTo>
                  <a:lnTo>
                    <a:pt x="221250" y="1648567"/>
                  </a:lnTo>
                  <a:lnTo>
                    <a:pt x="7681" y="625759"/>
                  </a:lnTo>
                  <a:lnTo>
                    <a:pt x="0" y="556052"/>
                  </a:lnTo>
                  <a:lnTo>
                    <a:pt x="4029" y="496042"/>
                  </a:lnTo>
                  <a:lnTo>
                    <a:pt x="17752" y="437498"/>
                  </a:lnTo>
                  <a:lnTo>
                    <a:pt x="40810" y="381948"/>
                  </a:lnTo>
                  <a:lnTo>
                    <a:pt x="72579" y="330895"/>
                  </a:lnTo>
                  <a:lnTo>
                    <a:pt x="112231" y="285671"/>
                  </a:lnTo>
                  <a:lnTo>
                    <a:pt x="158692" y="247500"/>
                  </a:lnTo>
                  <a:lnTo>
                    <a:pt x="210750" y="217376"/>
                  </a:lnTo>
                  <a:lnTo>
                    <a:pt x="266997" y="196117"/>
                  </a:lnTo>
                  <a:lnTo>
                    <a:pt x="325965" y="184275"/>
                  </a:lnTo>
                  <a:lnTo>
                    <a:pt x="5610378" y="0"/>
                  </a:lnTo>
                  <a:lnTo>
                    <a:pt x="5671506" y="4651"/>
                  </a:lnTo>
                  <a:lnTo>
                    <a:pt x="5731039" y="19368"/>
                  </a:lnTo>
                  <a:lnTo>
                    <a:pt x="5787295" y="43735"/>
                  </a:lnTo>
                  <a:lnTo>
                    <a:pt x="5838751" y="77091"/>
                  </a:lnTo>
                  <a:lnTo>
                    <a:pt x="5883961" y="118499"/>
                  </a:lnTo>
                  <a:lnTo>
                    <a:pt x="5921695" y="166835"/>
                  </a:lnTo>
                  <a:lnTo>
                    <a:pt x="5950897" y="220741"/>
                  </a:lnTo>
                  <a:lnTo>
                    <a:pt x="5970771" y="278752"/>
                  </a:lnTo>
                  <a:lnTo>
                    <a:pt x="5980764" y="339240"/>
                  </a:lnTo>
                  <a:lnTo>
                    <a:pt x="5980593" y="400562"/>
                  </a:lnTo>
                  <a:lnTo>
                    <a:pt x="5775817" y="1621740"/>
                  </a:lnTo>
                  <a:lnTo>
                    <a:pt x="5764320" y="1668736"/>
                  </a:lnTo>
                  <a:lnTo>
                    <a:pt x="5735837" y="1735419"/>
                  </a:lnTo>
                  <a:lnTo>
                    <a:pt x="5694886" y="1795265"/>
                  </a:lnTo>
                  <a:lnTo>
                    <a:pt x="5643046" y="1845961"/>
                  </a:lnTo>
                  <a:lnTo>
                    <a:pt x="5582306" y="1885563"/>
                  </a:lnTo>
                  <a:lnTo>
                    <a:pt x="5515005" y="1912545"/>
                  </a:lnTo>
                  <a:lnTo>
                    <a:pt x="5443729" y="1925873"/>
                  </a:lnTo>
                  <a:lnTo>
                    <a:pt x="563231" y="1926921"/>
                  </a:lnTo>
                  <a:close/>
                </a:path>
              </a:pathLst>
            </a:custGeom>
            <a:solidFill>
              <a:srgbClr val="E9D6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14309206" y="3453563"/>
            <a:ext cx="3669180" cy="10001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0010" marR="349885" algn="ctr">
              <a:lnSpc>
                <a:spcPct val="115799"/>
              </a:lnSpc>
              <a:spcBef>
                <a:spcPts val="100"/>
              </a:spcBef>
            </a:pPr>
            <a:endParaRPr lang="en-US" sz="2000" dirty="0">
              <a:latin typeface="Century Gothic"/>
              <a:cs typeface="Century Gothic"/>
            </a:endParaRPr>
          </a:p>
          <a:p>
            <a:pPr marL="422910" marR="349885" indent="-342900" algn="l">
              <a:lnSpc>
                <a:spcPct val="100000"/>
              </a:lnSpc>
              <a:spcBef>
                <a:spcPts val="100"/>
              </a:spcBef>
              <a:buFont typeface="Wingdings" panose="05000000000000000000" pitchFamily="2" charset="2"/>
              <a:buChar char="Ø"/>
            </a:pPr>
            <a:endParaRPr sz="2000" dirty="0">
              <a:latin typeface="Century Gothic"/>
              <a:cs typeface="Century Gothic"/>
            </a:endParaRPr>
          </a:p>
          <a:p>
            <a:pPr marL="12700">
              <a:lnSpc>
                <a:spcPts val="2405"/>
              </a:lnSpc>
            </a:pPr>
            <a:endParaRPr sz="2050" dirty="0">
              <a:latin typeface="Lucida Sans Unicode"/>
              <a:cs typeface="Lucida Sans Unicode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BDFCF4-D67B-F190-ABAC-BD8D8ED25C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08" y="7686"/>
            <a:ext cx="1494067" cy="1136114"/>
          </a:xfrm>
          <a:prstGeom prst="rect">
            <a:avLst/>
          </a:prstGeom>
        </p:spPr>
      </p:pic>
      <p:grpSp>
        <p:nvGrpSpPr>
          <p:cNvPr id="10" name="object 43">
            <a:extLst>
              <a:ext uri="{FF2B5EF4-FFF2-40B4-BE49-F238E27FC236}">
                <a16:creationId xmlns:a16="http://schemas.microsoft.com/office/drawing/2014/main" id="{E7149E60-1544-2FC0-C52C-767728A05DA3}"/>
              </a:ext>
            </a:extLst>
          </p:cNvPr>
          <p:cNvGrpSpPr/>
          <p:nvPr/>
        </p:nvGrpSpPr>
        <p:grpSpPr>
          <a:xfrm>
            <a:off x="7041803" y="8641385"/>
            <a:ext cx="6005794" cy="1312466"/>
            <a:chOff x="6195338" y="8150653"/>
            <a:chExt cx="6193155" cy="1927225"/>
          </a:xfrm>
        </p:grpSpPr>
        <p:sp>
          <p:nvSpPr>
            <p:cNvPr id="11" name="object 44">
              <a:extLst>
                <a:ext uri="{FF2B5EF4-FFF2-40B4-BE49-F238E27FC236}">
                  <a16:creationId xmlns:a16="http://schemas.microsoft.com/office/drawing/2014/main" id="{8B4EF75F-253B-D692-EFB9-2565029672B1}"/>
                </a:ext>
              </a:extLst>
            </p:cNvPr>
            <p:cNvSpPr/>
            <p:nvPr/>
          </p:nvSpPr>
          <p:spPr>
            <a:xfrm>
              <a:off x="6195338" y="8177920"/>
              <a:ext cx="6193155" cy="1839595"/>
            </a:xfrm>
            <a:custGeom>
              <a:avLst/>
              <a:gdLst/>
              <a:ahLst/>
              <a:cxnLst/>
              <a:rect l="l" t="t" r="r" b="b"/>
              <a:pathLst>
                <a:path w="6193155" h="1839595">
                  <a:moveTo>
                    <a:pt x="367560" y="1838980"/>
                  </a:moveTo>
                  <a:lnTo>
                    <a:pt x="323699" y="1838980"/>
                  </a:lnTo>
                  <a:lnTo>
                    <a:pt x="315160" y="1829909"/>
                  </a:lnTo>
                  <a:lnTo>
                    <a:pt x="284136" y="1790831"/>
                  </a:lnTo>
                  <a:lnTo>
                    <a:pt x="258275" y="1748124"/>
                  </a:lnTo>
                  <a:lnTo>
                    <a:pt x="238011" y="1702496"/>
                  </a:lnTo>
                  <a:lnTo>
                    <a:pt x="223673" y="1654704"/>
                  </a:lnTo>
                  <a:lnTo>
                    <a:pt x="8284" y="646502"/>
                  </a:lnTo>
                  <a:lnTo>
                    <a:pt x="1898" y="605932"/>
                  </a:lnTo>
                  <a:lnTo>
                    <a:pt x="9" y="565384"/>
                  </a:lnTo>
                  <a:lnTo>
                    <a:pt x="0" y="564905"/>
                  </a:lnTo>
                  <a:lnTo>
                    <a:pt x="2585" y="523916"/>
                  </a:lnTo>
                  <a:lnTo>
                    <a:pt x="9651" y="483457"/>
                  </a:lnTo>
                  <a:lnTo>
                    <a:pt x="21085" y="444011"/>
                  </a:lnTo>
                  <a:lnTo>
                    <a:pt x="36777" y="406057"/>
                  </a:lnTo>
                  <a:lnTo>
                    <a:pt x="56564" y="369962"/>
                  </a:lnTo>
                  <a:lnTo>
                    <a:pt x="80081" y="336404"/>
                  </a:lnTo>
                  <a:lnTo>
                    <a:pt x="109216" y="303318"/>
                  </a:lnTo>
                  <a:lnTo>
                    <a:pt x="141816" y="273643"/>
                  </a:lnTo>
                  <a:lnTo>
                    <a:pt x="177469" y="247714"/>
                  </a:lnTo>
                  <a:lnTo>
                    <a:pt x="215759" y="225867"/>
                  </a:lnTo>
                  <a:lnTo>
                    <a:pt x="256211" y="208342"/>
                  </a:lnTo>
                  <a:lnTo>
                    <a:pt x="298346" y="195378"/>
                  </a:lnTo>
                  <a:lnTo>
                    <a:pt x="341647" y="187103"/>
                  </a:lnTo>
                  <a:lnTo>
                    <a:pt x="385596" y="183646"/>
                  </a:lnTo>
                  <a:lnTo>
                    <a:pt x="5783294" y="336"/>
                  </a:lnTo>
                  <a:lnTo>
                    <a:pt x="5805576" y="0"/>
                  </a:lnTo>
                  <a:lnTo>
                    <a:pt x="5827773" y="911"/>
                  </a:lnTo>
                  <a:lnTo>
                    <a:pt x="5871909" y="6482"/>
                  </a:lnTo>
                  <a:lnTo>
                    <a:pt x="5915142" y="16946"/>
                  </a:lnTo>
                  <a:lnTo>
                    <a:pt x="5956926" y="32203"/>
                  </a:lnTo>
                  <a:lnTo>
                    <a:pt x="5959033" y="33179"/>
                  </a:lnTo>
                  <a:lnTo>
                    <a:pt x="5784822" y="33179"/>
                  </a:lnTo>
                  <a:lnTo>
                    <a:pt x="381777" y="214961"/>
                  </a:lnTo>
                  <a:lnTo>
                    <a:pt x="341821" y="218403"/>
                  </a:lnTo>
                  <a:lnTo>
                    <a:pt x="302482" y="226201"/>
                  </a:lnTo>
                  <a:lnTo>
                    <a:pt x="264225" y="238237"/>
                  </a:lnTo>
                  <a:lnTo>
                    <a:pt x="227518" y="254392"/>
                  </a:lnTo>
                  <a:lnTo>
                    <a:pt x="192788" y="274448"/>
                  </a:lnTo>
                  <a:lnTo>
                    <a:pt x="160465" y="298187"/>
                  </a:lnTo>
                  <a:lnTo>
                    <a:pt x="130919" y="325306"/>
                  </a:lnTo>
                  <a:lnTo>
                    <a:pt x="104522" y="355498"/>
                  </a:lnTo>
                  <a:lnTo>
                    <a:pt x="73264" y="402633"/>
                  </a:lnTo>
                  <a:lnTo>
                    <a:pt x="50121" y="454303"/>
                  </a:lnTo>
                  <a:lnTo>
                    <a:pt x="35760" y="509066"/>
                  </a:lnTo>
                  <a:lnTo>
                    <a:pt x="30582" y="564905"/>
                  </a:lnTo>
                  <a:lnTo>
                    <a:pt x="30564" y="565384"/>
                  </a:lnTo>
                  <a:lnTo>
                    <a:pt x="30893" y="584292"/>
                  </a:lnTo>
                  <a:lnTo>
                    <a:pt x="38072" y="640392"/>
                  </a:lnTo>
                  <a:lnTo>
                    <a:pt x="253461" y="1647829"/>
                  </a:lnTo>
                  <a:lnTo>
                    <a:pt x="266636" y="1691973"/>
                  </a:lnTo>
                  <a:lnTo>
                    <a:pt x="285301" y="1734118"/>
                  </a:lnTo>
                  <a:lnTo>
                    <a:pt x="309151" y="1773566"/>
                  </a:lnTo>
                  <a:lnTo>
                    <a:pt x="337782" y="1809653"/>
                  </a:lnTo>
                  <a:lnTo>
                    <a:pt x="359312" y="1831583"/>
                  </a:lnTo>
                  <a:lnTo>
                    <a:pt x="367560" y="1838980"/>
                  </a:lnTo>
                  <a:close/>
                </a:path>
                <a:path w="6193155" h="1839595">
                  <a:moveTo>
                    <a:pt x="5876391" y="1838980"/>
                  </a:moveTo>
                  <a:lnTo>
                    <a:pt x="5832341" y="1838980"/>
                  </a:lnTo>
                  <a:lnTo>
                    <a:pt x="5833781" y="1837722"/>
                  </a:lnTo>
                  <a:lnTo>
                    <a:pt x="5839601" y="1832409"/>
                  </a:lnTo>
                  <a:lnTo>
                    <a:pt x="5866906" y="1804017"/>
                  </a:lnTo>
                  <a:lnTo>
                    <a:pt x="5890964" y="1772816"/>
                  </a:lnTo>
                  <a:lnTo>
                    <a:pt x="5911488" y="1739197"/>
                  </a:lnTo>
                  <a:lnTo>
                    <a:pt x="5928238" y="1703546"/>
                  </a:lnTo>
                  <a:lnTo>
                    <a:pt x="5941017" y="1666283"/>
                  </a:lnTo>
                  <a:lnTo>
                    <a:pt x="6156787" y="446389"/>
                  </a:lnTo>
                  <a:lnTo>
                    <a:pt x="6161707" y="408331"/>
                  </a:lnTo>
                  <a:lnTo>
                    <a:pt x="6162571" y="389186"/>
                  </a:lnTo>
                  <a:lnTo>
                    <a:pt x="6162378" y="370661"/>
                  </a:lnTo>
                  <a:lnTo>
                    <a:pt x="6162370" y="369962"/>
                  </a:lnTo>
                  <a:lnTo>
                    <a:pt x="6158798" y="331754"/>
                  </a:lnTo>
                  <a:lnTo>
                    <a:pt x="6150997" y="294179"/>
                  </a:lnTo>
                  <a:lnTo>
                    <a:pt x="6139100" y="257695"/>
                  </a:lnTo>
                  <a:lnTo>
                    <a:pt x="6123226" y="222759"/>
                  </a:lnTo>
                  <a:lnTo>
                    <a:pt x="6103587" y="189789"/>
                  </a:lnTo>
                  <a:lnTo>
                    <a:pt x="6080408" y="159204"/>
                  </a:lnTo>
                  <a:lnTo>
                    <a:pt x="6052568" y="130634"/>
                  </a:lnTo>
                  <a:lnTo>
                    <a:pt x="6021795" y="105246"/>
                  </a:lnTo>
                  <a:lnTo>
                    <a:pt x="5988466" y="83319"/>
                  </a:lnTo>
                  <a:lnTo>
                    <a:pt x="5952955" y="65131"/>
                  </a:lnTo>
                  <a:lnTo>
                    <a:pt x="5915698" y="50870"/>
                  </a:lnTo>
                  <a:lnTo>
                    <a:pt x="5877118" y="40729"/>
                  </a:lnTo>
                  <a:lnTo>
                    <a:pt x="5837665" y="34800"/>
                  </a:lnTo>
                  <a:lnTo>
                    <a:pt x="5797806" y="33179"/>
                  </a:lnTo>
                  <a:lnTo>
                    <a:pt x="5959033" y="33179"/>
                  </a:lnTo>
                  <a:lnTo>
                    <a:pt x="5996745" y="52032"/>
                  </a:lnTo>
                  <a:lnTo>
                    <a:pt x="6034084" y="76210"/>
                  </a:lnTo>
                  <a:lnTo>
                    <a:pt x="6068486" y="104406"/>
                  </a:lnTo>
                  <a:lnTo>
                    <a:pt x="6099503" y="136291"/>
                  </a:lnTo>
                  <a:lnTo>
                    <a:pt x="6125529" y="169630"/>
                  </a:lnTo>
                  <a:lnTo>
                    <a:pt x="6147637" y="205684"/>
                  </a:lnTo>
                  <a:lnTo>
                    <a:pt x="6165578" y="243985"/>
                  </a:lnTo>
                  <a:lnTo>
                    <a:pt x="6179097" y="284060"/>
                  </a:lnTo>
                  <a:lnTo>
                    <a:pt x="6188034" y="325306"/>
                  </a:lnTo>
                  <a:lnTo>
                    <a:pt x="6192296" y="367476"/>
                  </a:lnTo>
                  <a:lnTo>
                    <a:pt x="6192630" y="389186"/>
                  </a:lnTo>
                  <a:lnTo>
                    <a:pt x="6191962" y="406057"/>
                  </a:lnTo>
                  <a:lnTo>
                    <a:pt x="6191872" y="408331"/>
                  </a:lnTo>
                  <a:lnTo>
                    <a:pt x="6186575" y="451736"/>
                  </a:lnTo>
                  <a:lnTo>
                    <a:pt x="5978060" y="1640955"/>
                  </a:lnTo>
                  <a:lnTo>
                    <a:pt x="5967876" y="1682438"/>
                  </a:lnTo>
                  <a:lnTo>
                    <a:pt x="5953237" y="1722563"/>
                  </a:lnTo>
                  <a:lnTo>
                    <a:pt x="5934378" y="1760748"/>
                  </a:lnTo>
                  <a:lnTo>
                    <a:pt x="5911343" y="1796868"/>
                  </a:lnTo>
                  <a:lnTo>
                    <a:pt x="5884587" y="1830163"/>
                  </a:lnTo>
                  <a:lnTo>
                    <a:pt x="5878810" y="1836458"/>
                  </a:lnTo>
                  <a:lnTo>
                    <a:pt x="5876391" y="183898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45">
              <a:extLst>
                <a:ext uri="{FF2B5EF4-FFF2-40B4-BE49-F238E27FC236}">
                  <a16:creationId xmlns:a16="http://schemas.microsoft.com/office/drawing/2014/main" id="{E39964F4-21BD-617D-013D-F1DA9C629DC1}"/>
                </a:ext>
              </a:extLst>
            </p:cNvPr>
            <p:cNvSpPr/>
            <p:nvPr/>
          </p:nvSpPr>
          <p:spPr>
            <a:xfrm>
              <a:off x="6301383" y="8150653"/>
              <a:ext cx="5981065" cy="1927225"/>
            </a:xfrm>
            <a:custGeom>
              <a:avLst/>
              <a:gdLst/>
              <a:ahLst/>
              <a:cxnLst/>
              <a:rect l="l" t="t" r="r" b="b"/>
              <a:pathLst>
                <a:path w="5981065" h="1927225">
                  <a:moveTo>
                    <a:pt x="563231" y="1926921"/>
                  </a:moveTo>
                  <a:lnTo>
                    <a:pt x="516283" y="1921894"/>
                  </a:lnTo>
                  <a:lnTo>
                    <a:pt x="470361" y="1910908"/>
                  </a:lnTo>
                  <a:lnTo>
                    <a:pt x="426191" y="1894142"/>
                  </a:lnTo>
                  <a:lnTo>
                    <a:pt x="384529" y="1871863"/>
                  </a:lnTo>
                  <a:lnTo>
                    <a:pt x="346077" y="1844461"/>
                  </a:lnTo>
                  <a:lnTo>
                    <a:pt x="311439" y="1812370"/>
                  </a:lnTo>
                  <a:lnTo>
                    <a:pt x="281167" y="1776096"/>
                  </a:lnTo>
                  <a:lnTo>
                    <a:pt x="255780" y="1736250"/>
                  </a:lnTo>
                  <a:lnTo>
                    <a:pt x="235705" y="1693513"/>
                  </a:lnTo>
                  <a:lnTo>
                    <a:pt x="221250" y="1648567"/>
                  </a:lnTo>
                  <a:lnTo>
                    <a:pt x="7681" y="625759"/>
                  </a:lnTo>
                  <a:lnTo>
                    <a:pt x="0" y="556052"/>
                  </a:lnTo>
                  <a:lnTo>
                    <a:pt x="4029" y="496042"/>
                  </a:lnTo>
                  <a:lnTo>
                    <a:pt x="17752" y="437498"/>
                  </a:lnTo>
                  <a:lnTo>
                    <a:pt x="40810" y="381948"/>
                  </a:lnTo>
                  <a:lnTo>
                    <a:pt x="72579" y="330895"/>
                  </a:lnTo>
                  <a:lnTo>
                    <a:pt x="112231" y="285671"/>
                  </a:lnTo>
                  <a:lnTo>
                    <a:pt x="158692" y="247500"/>
                  </a:lnTo>
                  <a:lnTo>
                    <a:pt x="210750" y="217376"/>
                  </a:lnTo>
                  <a:lnTo>
                    <a:pt x="266997" y="196117"/>
                  </a:lnTo>
                  <a:lnTo>
                    <a:pt x="325965" y="184275"/>
                  </a:lnTo>
                  <a:lnTo>
                    <a:pt x="5610378" y="0"/>
                  </a:lnTo>
                  <a:lnTo>
                    <a:pt x="5671506" y="4651"/>
                  </a:lnTo>
                  <a:lnTo>
                    <a:pt x="5731039" y="19368"/>
                  </a:lnTo>
                  <a:lnTo>
                    <a:pt x="5787295" y="43735"/>
                  </a:lnTo>
                  <a:lnTo>
                    <a:pt x="5838751" y="77091"/>
                  </a:lnTo>
                  <a:lnTo>
                    <a:pt x="5883961" y="118499"/>
                  </a:lnTo>
                  <a:lnTo>
                    <a:pt x="5921695" y="166835"/>
                  </a:lnTo>
                  <a:lnTo>
                    <a:pt x="5950897" y="220741"/>
                  </a:lnTo>
                  <a:lnTo>
                    <a:pt x="5970771" y="278752"/>
                  </a:lnTo>
                  <a:lnTo>
                    <a:pt x="5980764" y="339240"/>
                  </a:lnTo>
                  <a:lnTo>
                    <a:pt x="5980593" y="400562"/>
                  </a:lnTo>
                  <a:lnTo>
                    <a:pt x="5775817" y="1621740"/>
                  </a:lnTo>
                  <a:lnTo>
                    <a:pt x="5764320" y="1668736"/>
                  </a:lnTo>
                  <a:lnTo>
                    <a:pt x="5735837" y="1735419"/>
                  </a:lnTo>
                  <a:lnTo>
                    <a:pt x="5694886" y="1795265"/>
                  </a:lnTo>
                  <a:lnTo>
                    <a:pt x="5643046" y="1845961"/>
                  </a:lnTo>
                  <a:lnTo>
                    <a:pt x="5582306" y="1885563"/>
                  </a:lnTo>
                  <a:lnTo>
                    <a:pt x="5515005" y="1912545"/>
                  </a:lnTo>
                  <a:lnTo>
                    <a:pt x="5443729" y="1925873"/>
                  </a:lnTo>
                  <a:lnTo>
                    <a:pt x="563231" y="1926921"/>
                  </a:lnTo>
                  <a:close/>
                </a:path>
              </a:pathLst>
            </a:custGeom>
            <a:solidFill>
              <a:srgbClr val="E9D6BA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grpSp>
        <p:nvGrpSpPr>
          <p:cNvPr id="16" name="object 39">
            <a:extLst>
              <a:ext uri="{FF2B5EF4-FFF2-40B4-BE49-F238E27FC236}">
                <a16:creationId xmlns:a16="http://schemas.microsoft.com/office/drawing/2014/main" id="{A10E79F4-1111-80E4-B512-67374117C3A5}"/>
              </a:ext>
            </a:extLst>
          </p:cNvPr>
          <p:cNvGrpSpPr/>
          <p:nvPr/>
        </p:nvGrpSpPr>
        <p:grpSpPr>
          <a:xfrm>
            <a:off x="6000193" y="8924871"/>
            <a:ext cx="1068555" cy="1087863"/>
            <a:chOff x="4876220" y="8567653"/>
            <a:chExt cx="1109345" cy="1109345"/>
          </a:xfrm>
        </p:grpSpPr>
        <p:pic>
          <p:nvPicPr>
            <p:cNvPr id="17" name="object 40">
              <a:extLst>
                <a:ext uri="{FF2B5EF4-FFF2-40B4-BE49-F238E27FC236}">
                  <a16:creationId xmlns:a16="http://schemas.microsoft.com/office/drawing/2014/main" id="{F22A16BE-F65C-0287-DB4D-82817D68A2D6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76220" y="8567653"/>
              <a:ext cx="1109045" cy="1109075"/>
            </a:xfrm>
            <a:prstGeom prst="rect">
              <a:avLst/>
            </a:prstGeom>
          </p:spPr>
        </p:pic>
        <p:sp>
          <p:nvSpPr>
            <p:cNvPr id="18" name="object 41">
              <a:extLst>
                <a:ext uri="{FF2B5EF4-FFF2-40B4-BE49-F238E27FC236}">
                  <a16:creationId xmlns:a16="http://schemas.microsoft.com/office/drawing/2014/main" id="{DBC400F6-747B-83C3-ECBE-4D7C9A41581E}"/>
                </a:ext>
              </a:extLst>
            </p:cNvPr>
            <p:cNvSpPr/>
            <p:nvPr/>
          </p:nvSpPr>
          <p:spPr>
            <a:xfrm>
              <a:off x="5044439" y="8735902"/>
              <a:ext cx="772795" cy="772795"/>
            </a:xfrm>
            <a:custGeom>
              <a:avLst/>
              <a:gdLst/>
              <a:ahLst/>
              <a:cxnLst/>
              <a:rect l="l" t="t" r="r" b="b"/>
              <a:pathLst>
                <a:path w="772795" h="772795">
                  <a:moveTo>
                    <a:pt x="386303" y="772576"/>
                  </a:moveTo>
                  <a:lnTo>
                    <a:pt x="337844" y="769566"/>
                  </a:lnTo>
                  <a:lnTo>
                    <a:pt x="291182" y="760779"/>
                  </a:lnTo>
                  <a:lnTo>
                    <a:pt x="246678" y="746575"/>
                  </a:lnTo>
                  <a:lnTo>
                    <a:pt x="204695" y="727317"/>
                  </a:lnTo>
                  <a:lnTo>
                    <a:pt x="165595" y="703366"/>
                  </a:lnTo>
                  <a:lnTo>
                    <a:pt x="129739" y="675085"/>
                  </a:lnTo>
                  <a:lnTo>
                    <a:pt x="97490" y="642836"/>
                  </a:lnTo>
                  <a:lnTo>
                    <a:pt x="69209" y="606981"/>
                  </a:lnTo>
                  <a:lnTo>
                    <a:pt x="45259" y="567880"/>
                  </a:lnTo>
                  <a:lnTo>
                    <a:pt x="26001" y="525898"/>
                  </a:lnTo>
                  <a:lnTo>
                    <a:pt x="11797" y="481394"/>
                  </a:lnTo>
                  <a:lnTo>
                    <a:pt x="3009" y="434732"/>
                  </a:lnTo>
                  <a:lnTo>
                    <a:pt x="0" y="386273"/>
                  </a:lnTo>
                  <a:lnTo>
                    <a:pt x="3009" y="337820"/>
                  </a:lnTo>
                  <a:lnTo>
                    <a:pt x="11797" y="291163"/>
                  </a:lnTo>
                  <a:lnTo>
                    <a:pt x="26001" y="246664"/>
                  </a:lnTo>
                  <a:lnTo>
                    <a:pt x="45259" y="204685"/>
                  </a:lnTo>
                  <a:lnTo>
                    <a:pt x="69209" y="165588"/>
                  </a:lnTo>
                  <a:lnTo>
                    <a:pt x="97490" y="129735"/>
                  </a:lnTo>
                  <a:lnTo>
                    <a:pt x="129739" y="97487"/>
                  </a:lnTo>
                  <a:lnTo>
                    <a:pt x="165595" y="69208"/>
                  </a:lnTo>
                  <a:lnTo>
                    <a:pt x="204695" y="45258"/>
                  </a:lnTo>
                  <a:lnTo>
                    <a:pt x="246678" y="26000"/>
                  </a:lnTo>
                  <a:lnTo>
                    <a:pt x="291182" y="11797"/>
                  </a:lnTo>
                  <a:lnTo>
                    <a:pt x="337844" y="3009"/>
                  </a:lnTo>
                  <a:lnTo>
                    <a:pt x="386303" y="0"/>
                  </a:lnTo>
                  <a:lnTo>
                    <a:pt x="434756" y="3009"/>
                  </a:lnTo>
                  <a:lnTo>
                    <a:pt x="481412" y="11797"/>
                  </a:lnTo>
                  <a:lnTo>
                    <a:pt x="525911" y="26000"/>
                  </a:lnTo>
                  <a:lnTo>
                    <a:pt x="567891" y="45258"/>
                  </a:lnTo>
                  <a:lnTo>
                    <a:pt x="606988" y="69208"/>
                  </a:lnTo>
                  <a:lnTo>
                    <a:pt x="642841" y="97487"/>
                  </a:lnTo>
                  <a:lnTo>
                    <a:pt x="675088" y="129735"/>
                  </a:lnTo>
                  <a:lnTo>
                    <a:pt x="703368" y="165588"/>
                  </a:lnTo>
                  <a:lnTo>
                    <a:pt x="727317" y="204685"/>
                  </a:lnTo>
                  <a:lnTo>
                    <a:pt x="746575" y="246664"/>
                  </a:lnTo>
                  <a:lnTo>
                    <a:pt x="760779" y="291163"/>
                  </a:lnTo>
                  <a:lnTo>
                    <a:pt x="769566" y="337820"/>
                  </a:lnTo>
                  <a:lnTo>
                    <a:pt x="772576" y="386273"/>
                  </a:lnTo>
                  <a:lnTo>
                    <a:pt x="769566" y="434732"/>
                  </a:lnTo>
                  <a:lnTo>
                    <a:pt x="760779" y="481394"/>
                  </a:lnTo>
                  <a:lnTo>
                    <a:pt x="746575" y="525898"/>
                  </a:lnTo>
                  <a:lnTo>
                    <a:pt x="727317" y="567880"/>
                  </a:lnTo>
                  <a:lnTo>
                    <a:pt x="703368" y="606981"/>
                  </a:lnTo>
                  <a:lnTo>
                    <a:pt x="675088" y="642836"/>
                  </a:lnTo>
                  <a:lnTo>
                    <a:pt x="642841" y="675085"/>
                  </a:lnTo>
                  <a:lnTo>
                    <a:pt x="606988" y="703366"/>
                  </a:lnTo>
                  <a:lnTo>
                    <a:pt x="567891" y="727317"/>
                  </a:lnTo>
                  <a:lnTo>
                    <a:pt x="525911" y="746575"/>
                  </a:lnTo>
                  <a:lnTo>
                    <a:pt x="481412" y="760779"/>
                  </a:lnTo>
                  <a:lnTo>
                    <a:pt x="434756" y="769566"/>
                  </a:lnTo>
                  <a:lnTo>
                    <a:pt x="386303" y="77257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r>
                <a:rPr lang="en-US" sz="4800" dirty="0"/>
                <a:t> </a:t>
              </a:r>
              <a:r>
                <a:rPr lang="en-US" sz="4800" b="1" dirty="0">
                  <a:solidFill>
                    <a:schemeClr val="accent1">
                      <a:lumMod val="75000"/>
                    </a:schemeClr>
                  </a:solidFill>
                </a:rPr>
                <a:t>4</a:t>
              </a:r>
              <a:endParaRPr sz="48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7C95309C-E486-4838-5018-9585CADD0D95}"/>
              </a:ext>
            </a:extLst>
          </p:cNvPr>
          <p:cNvSpPr txBox="1"/>
          <p:nvPr/>
        </p:nvSpPr>
        <p:spPr>
          <a:xfrm>
            <a:off x="6437484" y="7184194"/>
            <a:ext cx="595166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AI Copilot: </a:t>
            </a:r>
            <a:r>
              <a:rPr lang="en-IN" sz="2000" dirty="0"/>
              <a:t>A floating bilingual answers open questions in Hindi or Santali with short, safe steps  and never invents an answer it isn't sure of.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4431449-E8B9-969C-BEAF-B8230C39BACD}"/>
              </a:ext>
            </a:extLst>
          </p:cNvPr>
          <p:cNvSpPr txBox="1"/>
          <p:nvPr/>
        </p:nvSpPr>
        <p:spPr>
          <a:xfrm>
            <a:off x="7410735" y="8864911"/>
            <a:ext cx="56409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lang="en-US" b="1" dirty="0"/>
              <a:t>Scalable &amp; Practical:</a:t>
            </a:r>
            <a:r>
              <a:rPr lang="en-US" dirty="0"/>
              <a:t> Designed for offline, low-cost classrooms, with backup content as well to avoid glitches—</a:t>
            </a:r>
            <a:r>
              <a:rPr lang="en-US" b="1" dirty="0"/>
              <a:t>teach once, reach many learners.</a:t>
            </a:r>
            <a:endParaRPr lang="en-US" dirty="0">
              <a:latin typeface="Century Gothic"/>
              <a:cs typeface="Century Gothic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916CFC5-1089-279C-BD5F-122D6A53FB83}"/>
              </a:ext>
            </a:extLst>
          </p:cNvPr>
          <p:cNvSpPr/>
          <p:nvPr/>
        </p:nvSpPr>
        <p:spPr>
          <a:xfrm>
            <a:off x="371298" y="3143735"/>
            <a:ext cx="3876770" cy="6685392"/>
          </a:xfrm>
          <a:custGeom>
            <a:avLst/>
            <a:gdLst>
              <a:gd name="csX0" fmla="*/ 27295 w 3838431"/>
              <a:gd name="csY0" fmla="*/ 262065 h 7002406"/>
              <a:gd name="csX1" fmla="*/ 703440 w 3838431"/>
              <a:gd name="csY1" fmla="*/ 9001 h 7002406"/>
              <a:gd name="csX2" fmla="*/ 3134990 w 3838431"/>
              <a:gd name="csY2" fmla="*/ 9001 h 7002406"/>
              <a:gd name="csX3" fmla="*/ 3838431 w 3838431"/>
              <a:gd name="csY3" fmla="*/ 343952 h 7002406"/>
              <a:gd name="csX4" fmla="*/ 3811135 w 3838431"/>
              <a:gd name="csY4" fmla="*/ 6706745 h 7002406"/>
              <a:gd name="csX5" fmla="*/ 3134990 w 3838431"/>
              <a:gd name="csY5" fmla="*/ 7000752 h 7002406"/>
              <a:gd name="csX6" fmla="*/ 703440 w 3838431"/>
              <a:gd name="csY6" fmla="*/ 7000752 h 7002406"/>
              <a:gd name="csX7" fmla="*/ 0 w 3838431"/>
              <a:gd name="csY7" fmla="*/ 6665802 h 7002406"/>
              <a:gd name="csX8" fmla="*/ 27295 w 3838431"/>
              <a:gd name="csY8" fmla="*/ 262065 h 700240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3838431" h="7002406">
                <a:moveTo>
                  <a:pt x="27295" y="262065"/>
                </a:moveTo>
                <a:cubicBezTo>
                  <a:pt x="27295" y="-73672"/>
                  <a:pt x="367703" y="9001"/>
                  <a:pt x="703440" y="9001"/>
                </a:cubicBezTo>
                <a:lnTo>
                  <a:pt x="3134990" y="9001"/>
                </a:lnTo>
                <a:cubicBezTo>
                  <a:pt x="3470727" y="9001"/>
                  <a:pt x="3838431" y="8215"/>
                  <a:pt x="3838431" y="343952"/>
                </a:cubicBezTo>
                <a:cubicBezTo>
                  <a:pt x="3838431" y="2269265"/>
                  <a:pt x="3811135" y="4781432"/>
                  <a:pt x="3811135" y="6706745"/>
                </a:cubicBezTo>
                <a:cubicBezTo>
                  <a:pt x="3811135" y="7042482"/>
                  <a:pt x="3470727" y="7000752"/>
                  <a:pt x="3134990" y="7000752"/>
                </a:cubicBezTo>
                <a:lnTo>
                  <a:pt x="703440" y="7000752"/>
                </a:lnTo>
                <a:cubicBezTo>
                  <a:pt x="367703" y="7000752"/>
                  <a:pt x="0" y="7001539"/>
                  <a:pt x="0" y="6665802"/>
                </a:cubicBezTo>
                <a:lnTo>
                  <a:pt x="27295" y="262065"/>
                </a:lnTo>
                <a:close/>
              </a:path>
            </a:pathLst>
          </a:custGeom>
          <a:solidFill>
            <a:srgbClr val="36B6D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9EDF65-DD2D-1AB0-3838-92177E5D9A7A}"/>
              </a:ext>
            </a:extLst>
          </p:cNvPr>
          <p:cNvSpPr txBox="1"/>
          <p:nvPr/>
        </p:nvSpPr>
        <p:spPr>
          <a:xfrm>
            <a:off x="733264" y="3323579"/>
            <a:ext cx="2959156" cy="6362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7154" marR="414655" lvl="0" indent="0" algn="ctr" defTabSz="914400" eaLnBrk="1" fontAlgn="auto" latinLnBrk="0" hangingPunct="1">
              <a:lnSpc>
                <a:spcPct val="115799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0" cap="none" spc="2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What</a:t>
            </a:r>
            <a:r>
              <a:rPr kumimoji="0" lang="en-US" b="1" i="0" u="none" strike="noStrike" kern="0" cap="none" spc="-229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kumimoji="0" lang="en-US" b="1" i="0" u="none" strike="noStrike" kern="0" cap="none" spc="2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is</a:t>
            </a:r>
            <a:r>
              <a:rPr kumimoji="0" lang="en-US" b="1" i="0" u="none" strike="noStrike" kern="0" cap="none" spc="-2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kumimoji="0" lang="en-US" b="1" i="0" u="none" strike="noStrike" kern="0" cap="none" spc="10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Our </a:t>
            </a:r>
            <a:r>
              <a:rPr kumimoji="0" lang="en-US" b="1" i="0" u="none" strike="noStrike" kern="0" cap="none" spc="1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Solution</a:t>
            </a:r>
          </a:p>
          <a:p>
            <a:pPr marL="97154" marR="414655" lvl="0" indent="0" algn="ctr" defTabSz="914400" eaLnBrk="1" fontAlgn="auto" latinLnBrk="0" hangingPunct="1">
              <a:lnSpc>
                <a:spcPct val="115799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b="1" i="0" u="none" strike="noStrike" kern="0" cap="none" spc="17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Multilingual Teaching: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VISTA converts the teacher’s Hindi lesson into the child’s tribal language through </a:t>
            </a:r>
            <a:r>
              <a:rPr kumimoji="0" lang="en-US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text/audio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and checks understanding. 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Smart Support: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It identifies learning status and provides </a:t>
            </a:r>
            <a:r>
              <a:rPr kumimoji="0" lang="en-US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re-teaching aids, worksheets, and flashcards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when needed.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TEACH → TRANSLATE → UNDERSTAND → CHECK → RE-TEACH</a:t>
            </a: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631E32A4-1F69-65F6-6CAA-FA4AFA40A2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922089" y="3094741"/>
            <a:ext cx="4022514" cy="6820509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3F0A64C3-2E42-F61E-9DAE-EE5EC742C3FE}"/>
              </a:ext>
            </a:extLst>
          </p:cNvPr>
          <p:cNvSpPr txBox="1"/>
          <p:nvPr/>
        </p:nvSpPr>
        <p:spPr>
          <a:xfrm>
            <a:off x="14373066" y="3277357"/>
            <a:ext cx="3208188" cy="65903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" marR="349885" lvl="0" indent="0" algn="ctr" defTabSz="914400" eaLnBrk="1" fontAlgn="auto" latinLnBrk="0" hangingPunct="1">
              <a:lnSpc>
                <a:spcPct val="115799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0" cap="none" spc="114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How</a:t>
            </a:r>
            <a:r>
              <a:rPr kumimoji="0" lang="en-US" b="1" i="0" u="none" strike="noStrike" kern="0" cap="none" spc="-2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kumimoji="0" lang="en-US" b="1" i="0" u="none" strike="noStrike" kern="0" cap="none" spc="1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It </a:t>
            </a:r>
            <a:r>
              <a:rPr kumimoji="0" lang="en-US" b="1" i="0" u="none" strike="noStrike" kern="0" cap="none" spc="1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Addresses</a:t>
            </a:r>
            <a:r>
              <a:rPr kumimoji="0" lang="en-US" b="1" i="0" u="none" strike="noStrike" kern="0" cap="none" spc="-2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kumimoji="0" lang="en-US" b="1" i="0" u="none" strike="noStrike" kern="0" cap="none" spc="1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the Problem</a:t>
            </a:r>
          </a:p>
          <a:p>
            <a:pPr marL="422910" marR="349885" lvl="0" indent="-342900" algn="l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Curriculum-Based Learning: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Keeps translations connected to the grade, subject, concept, and approved content.</a:t>
            </a:r>
          </a:p>
          <a:p>
            <a:pPr marL="422910" marR="349885" lvl="0" indent="-342900" algn="l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Real Translation: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AI-assisted translation prepares content before class; approved language packs run offline during class.</a:t>
            </a:r>
          </a:p>
          <a:p>
            <a:pPr marL="422910" marR="349885" lvl="0" indent="-342900" algn="l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Catches Gaps Early: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The understanding check flags a confused student right after the lesson, then makes a matching worksheet in one tap.</a:t>
            </a: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entury Gothic"/>
              <a:cs typeface="Century Gothic"/>
            </a:endParaRP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F620C4F1-26D8-E6D3-AA92-8F36103B2204}"/>
              </a:ext>
            </a:extLst>
          </p:cNvPr>
          <p:cNvSpPr/>
          <p:nvPr/>
        </p:nvSpPr>
        <p:spPr>
          <a:xfrm>
            <a:off x="2285999" y="1183941"/>
            <a:ext cx="13278619" cy="150316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A3AC580-4D33-68FD-F489-C7292EF27944}"/>
              </a:ext>
            </a:extLst>
          </p:cNvPr>
          <p:cNvSpPr txBox="1"/>
          <p:nvPr/>
        </p:nvSpPr>
        <p:spPr>
          <a:xfrm>
            <a:off x="2193193" y="1329542"/>
            <a:ext cx="13487400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VISTA (Vernacular Intelligence for Smart Teaching &amp; Adaptation) is an offline classroom assistant with online teaching capabilities that helps a Hindi-speaking teacher deliver   mother-tongue-based instruction to tribal-language-speaking primary students.</a:t>
            </a:r>
            <a:endParaRPr kumimoji="0" lang="en-IN" sz="23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59" name="Picture 58">
            <a:extLst>
              <a:ext uri="{FF2B5EF4-FFF2-40B4-BE49-F238E27FC236}">
                <a16:creationId xmlns:a16="http://schemas.microsoft.com/office/drawing/2014/main" id="{CC4779F0-8C4D-8E13-5E54-3A0DB689210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859508" y="101294"/>
            <a:ext cx="2225233" cy="104250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8BAE2A5-F76B-DDF1-DC92-D9090B39A507}"/>
              </a:ext>
            </a:extLst>
          </p:cNvPr>
          <p:cNvSpPr/>
          <p:nvPr/>
        </p:nvSpPr>
        <p:spPr>
          <a:xfrm>
            <a:off x="6079309" y="1429833"/>
            <a:ext cx="5169638" cy="8449325"/>
          </a:xfrm>
          <a:custGeom>
            <a:avLst/>
            <a:gdLst>
              <a:gd name="csX0" fmla="*/ 0 w 5374793"/>
              <a:gd name="csY0" fmla="*/ 909664 h 8697132"/>
              <a:gd name="csX1" fmla="*/ 549446 w 5374793"/>
              <a:gd name="csY1" fmla="*/ 0 h 8697132"/>
              <a:gd name="csX2" fmla="*/ 4853011 w 5374793"/>
              <a:gd name="csY2" fmla="*/ 0 h 8697132"/>
              <a:gd name="csX3" fmla="*/ 5374748 w 5374793"/>
              <a:gd name="csY3" fmla="*/ 909664 h 8697132"/>
              <a:gd name="csX4" fmla="*/ 5374748 w 5374793"/>
              <a:gd name="csY4" fmla="*/ 7815177 h 8697132"/>
              <a:gd name="csX5" fmla="*/ 4894576 w 5374793"/>
              <a:gd name="csY5" fmla="*/ 8697132 h 8697132"/>
              <a:gd name="csX6" fmla="*/ 563300 w 5374793"/>
              <a:gd name="csY6" fmla="*/ 8697131 h 8697132"/>
              <a:gd name="csX7" fmla="*/ 0 w 5374793"/>
              <a:gd name="csY7" fmla="*/ 7815177 h 8697132"/>
              <a:gd name="csX8" fmla="*/ 0 w 5374793"/>
              <a:gd name="csY8" fmla="*/ 909664 h 86971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5374793" h="8697132">
                <a:moveTo>
                  <a:pt x="0" y="909664"/>
                </a:moveTo>
                <a:cubicBezTo>
                  <a:pt x="0" y="414922"/>
                  <a:pt x="54704" y="0"/>
                  <a:pt x="549446" y="0"/>
                </a:cubicBezTo>
                <a:lnTo>
                  <a:pt x="4853011" y="0"/>
                </a:lnTo>
                <a:cubicBezTo>
                  <a:pt x="5347753" y="0"/>
                  <a:pt x="5374748" y="414922"/>
                  <a:pt x="5374748" y="909664"/>
                </a:cubicBezTo>
                <a:lnTo>
                  <a:pt x="5374748" y="7815177"/>
                </a:lnTo>
                <a:cubicBezTo>
                  <a:pt x="5374748" y="8309919"/>
                  <a:pt x="5389318" y="8697132"/>
                  <a:pt x="4894576" y="8697132"/>
                </a:cubicBezTo>
                <a:lnTo>
                  <a:pt x="563300" y="8697131"/>
                </a:lnTo>
                <a:cubicBezTo>
                  <a:pt x="68558" y="8697131"/>
                  <a:pt x="0" y="8309919"/>
                  <a:pt x="0" y="7815177"/>
                </a:cubicBezTo>
                <a:lnTo>
                  <a:pt x="0" y="909664"/>
                </a:ln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object 17" descr="$PPTXTitle"/>
          <p:cNvSpPr txBox="1">
            <a:spLocks noGrp="1"/>
          </p:cNvSpPr>
          <p:nvPr>
            <p:ph type="title"/>
          </p:nvPr>
        </p:nvSpPr>
        <p:spPr>
          <a:xfrm>
            <a:off x="2321099" y="-72778"/>
            <a:ext cx="13039320" cy="1094530"/>
          </a:xfrm>
          <a:prstGeom prst="rect">
            <a:avLst/>
          </a:prstGeom>
        </p:spPr>
        <p:txBody>
          <a:bodyPr vert="horz" wrap="square" lIns="0" tIns="260985" rIns="0" bIns="0" rtlCol="0">
            <a:spAutoFit/>
          </a:bodyPr>
          <a:lstStyle/>
          <a:p>
            <a:pPr marL="2274570">
              <a:lnSpc>
                <a:spcPct val="100000"/>
              </a:lnSpc>
              <a:spcBef>
                <a:spcPts val="2055"/>
              </a:spcBef>
            </a:pPr>
            <a:r>
              <a:rPr sz="5400" dirty="0"/>
              <a:t>TECHNICAL</a:t>
            </a:r>
            <a:r>
              <a:rPr sz="5400" spc="315" dirty="0"/>
              <a:t> </a:t>
            </a:r>
            <a:r>
              <a:rPr sz="5400" spc="105" dirty="0"/>
              <a:t>APPROAC</a:t>
            </a:r>
            <a:r>
              <a:rPr lang="en-IN" sz="5400" spc="105" dirty="0"/>
              <a:t>H</a:t>
            </a:r>
            <a:endParaRPr sz="5400" spc="105" dirty="0"/>
          </a:p>
        </p:txBody>
      </p:sp>
      <p:sp>
        <p:nvSpPr>
          <p:cNvPr id="62" name="object 62"/>
          <p:cNvSpPr txBox="1"/>
          <p:nvPr/>
        </p:nvSpPr>
        <p:spPr>
          <a:xfrm>
            <a:off x="879217" y="1630288"/>
            <a:ext cx="4401098" cy="709874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lang="en-US" b="1" spc="-10" dirty="0">
                <a:latin typeface="Century Gothic"/>
                <a:cs typeface="Century Gothic"/>
              </a:rPr>
              <a:t>    </a:t>
            </a:r>
            <a:endParaRPr lang="en-IN" dirty="0"/>
          </a:p>
          <a:p>
            <a:pPr marL="486409" marR="876935">
              <a:lnSpc>
                <a:spcPct val="110800"/>
              </a:lnSpc>
              <a:spcBef>
                <a:spcPts val="15"/>
              </a:spcBef>
            </a:pPr>
            <a:endParaRPr sz="2200" dirty="0">
              <a:latin typeface="Lucida Sans Unicode"/>
              <a:cs typeface="Lucida Sans Unicode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12432838" y="2247900"/>
            <a:ext cx="5855162" cy="1274708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endParaRPr sz="3400" dirty="0">
              <a:latin typeface="Century Gothic"/>
              <a:cs typeface="Century Gothic"/>
            </a:endParaRPr>
          </a:p>
          <a:p>
            <a:pPr marL="1412875">
              <a:lnSpc>
                <a:spcPct val="100000"/>
              </a:lnSpc>
              <a:spcBef>
                <a:spcPts val="3065"/>
              </a:spcBef>
            </a:pPr>
            <a:endParaRPr sz="2200" dirty="0">
              <a:latin typeface="Century Gothic"/>
              <a:cs typeface="Century Gothic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461680" y="7619768"/>
            <a:ext cx="4678264" cy="1461297"/>
          </a:xfrm>
          <a:prstGeom prst="rect">
            <a:avLst/>
          </a:prstGeom>
          <a:ln>
            <a:noFill/>
          </a:ln>
        </p:spPr>
        <p:txBody>
          <a:bodyPr vert="horz" wrap="square" lIns="0" tIns="67945" rIns="0" bIns="0" rtlCol="0">
            <a:spAutoFit/>
          </a:bodyPr>
          <a:lstStyle/>
          <a:p>
            <a:endParaRPr lang="en-IN" dirty="0"/>
          </a:p>
          <a:p>
            <a:pPr marL="12700">
              <a:lnSpc>
                <a:spcPct val="100000"/>
              </a:lnSpc>
              <a:spcBef>
                <a:spcPts val="535"/>
              </a:spcBef>
            </a:pPr>
            <a:endParaRPr lang="en-IN" b="1" spc="-10" dirty="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535"/>
              </a:spcBef>
            </a:pPr>
            <a:endParaRPr lang="en-IN" b="1" spc="-10" dirty="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535"/>
              </a:spcBef>
            </a:pPr>
            <a:endParaRPr sz="2400" dirty="0">
              <a:latin typeface="Century Gothic"/>
              <a:cs typeface="Century Gothic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864045-6FD9-829E-EBF8-7B93E7CEE6F3}"/>
              </a:ext>
            </a:extLst>
          </p:cNvPr>
          <p:cNvSpPr txBox="1"/>
          <p:nvPr/>
        </p:nvSpPr>
        <p:spPr>
          <a:xfrm>
            <a:off x="6399767" y="1791440"/>
            <a:ext cx="479853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       AI / NLP / Speech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 err="1"/>
              <a:t>Groq</a:t>
            </a:r>
            <a:r>
              <a:rPr lang="en-IN" b="1" dirty="0"/>
              <a:t> LLM</a:t>
            </a:r>
            <a:r>
              <a:rPr lang="en-IN" dirty="0"/>
              <a:t> — AI-assisted lesson/translation/worksheet drafting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AI4Bharat IndicTrans2</a:t>
            </a:r>
            <a:r>
              <a:rPr lang="en-IN" dirty="0"/>
              <a:t> — Hindi ↔ Santali translation during content preparation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 err="1"/>
              <a:t>Vosk</a:t>
            </a:r>
            <a:r>
              <a:rPr lang="en-IN" dirty="0"/>
              <a:t> — Offline Hindi speech-to-text for bounded classroom phrases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Sarvam AI</a:t>
            </a:r>
            <a:r>
              <a:rPr lang="en-IN" dirty="0"/>
              <a:t> — Connected-mode translation / STT / TTS fallback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 err="1"/>
              <a:t>PyTorch</a:t>
            </a:r>
            <a:r>
              <a:rPr lang="en-IN" b="1" dirty="0"/>
              <a:t> + Transformers</a:t>
            </a:r>
            <a:r>
              <a:rPr lang="en-IN" dirty="0"/>
              <a:t> — Local NLP model execution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C96F84-1014-D0E9-5AFC-1D6C66ACAD5A}"/>
              </a:ext>
            </a:extLst>
          </p:cNvPr>
          <p:cNvSpPr txBox="1"/>
          <p:nvPr/>
        </p:nvSpPr>
        <p:spPr>
          <a:xfrm>
            <a:off x="6549781" y="5286651"/>
            <a:ext cx="458195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Data &amp; Offline Storage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PostgreSQL</a:t>
            </a:r>
            <a:r>
              <a:rPr lang="en-IN" dirty="0"/>
              <a:t> — Central curriculum, questions, students &amp; learning data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SQLite</a:t>
            </a:r>
            <a:r>
              <a:rPr lang="en-IN" dirty="0"/>
              <a:t> — Offline classroom </a:t>
            </a:r>
            <a:r>
              <a:rPr lang="en-IN" dirty="0" err="1"/>
              <a:t>content+approved</a:t>
            </a:r>
            <a:r>
              <a:rPr lang="en-IN" dirty="0"/>
              <a:t> text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 err="1"/>
              <a:t>SQLAlchemy</a:t>
            </a:r>
            <a:r>
              <a:rPr lang="en-IN" dirty="0"/>
              <a:t> — Database access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JSON </a:t>
            </a:r>
            <a:r>
              <a:rPr lang="en-IN" dirty="0"/>
              <a:t>— Offline bundle metadata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598E238-5A96-528A-849C-8D60F6A1AA7C}"/>
              </a:ext>
            </a:extLst>
          </p:cNvPr>
          <p:cNvSpPr txBox="1"/>
          <p:nvPr/>
        </p:nvSpPr>
        <p:spPr>
          <a:xfrm>
            <a:off x="6508056" y="7721404"/>
            <a:ext cx="458195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Deployment / Infrastructure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Ubuntu / Local Server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Docker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 err="1"/>
              <a:t>FastAPI</a:t>
            </a:r>
            <a:r>
              <a:rPr lang="en-IN" dirty="0"/>
              <a:t> + </a:t>
            </a:r>
            <a:r>
              <a:rPr lang="en-IN" dirty="0" err="1"/>
              <a:t>Uvicorn</a:t>
            </a:r>
            <a:r>
              <a:rPr lang="en-IN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Local network / connected mode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Offline-first Android package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CECB17D-2147-CA54-9B6E-573A1B085614}"/>
              </a:ext>
            </a:extLst>
          </p:cNvPr>
          <p:cNvSpPr/>
          <p:nvPr/>
        </p:nvSpPr>
        <p:spPr>
          <a:xfrm>
            <a:off x="12028129" y="1927150"/>
            <a:ext cx="5909863" cy="1228398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b="1" dirty="0"/>
          </a:p>
          <a:p>
            <a:pPr algn="ctr"/>
            <a:r>
              <a:rPr lang="en-IN" b="1" dirty="0"/>
              <a:t>CONTENT AUTHORING LAYER </a:t>
            </a:r>
          </a:p>
          <a:p>
            <a:pPr algn="ctr"/>
            <a:r>
              <a:rPr lang="en-IN" b="1" dirty="0"/>
              <a:t> React Dashboard → </a:t>
            </a:r>
            <a:r>
              <a:rPr lang="en-IN" b="1" dirty="0" err="1"/>
              <a:t>FastAPI</a:t>
            </a:r>
            <a:r>
              <a:rPr lang="en-IN" b="1" dirty="0"/>
              <a:t> → </a:t>
            </a:r>
            <a:r>
              <a:rPr lang="en-IN" b="1" dirty="0" err="1"/>
              <a:t>Groq</a:t>
            </a:r>
            <a:r>
              <a:rPr lang="en-IN" b="1" dirty="0"/>
              <a:t> / IndicTrans2 </a:t>
            </a:r>
          </a:p>
          <a:p>
            <a:pPr algn="ctr"/>
            <a:r>
              <a:rPr lang="en-IN" b="1" dirty="0"/>
              <a:t> ↓ </a:t>
            </a:r>
          </a:p>
          <a:p>
            <a:pPr algn="ctr"/>
            <a:r>
              <a:rPr lang="en-IN" b="1" dirty="0"/>
              <a:t> HUMAN / NATIVE REVIEW </a:t>
            </a:r>
          </a:p>
          <a:p>
            <a:pPr algn="ctr"/>
            <a:endParaRPr lang="en-IN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455DEF7-A555-2C1F-EA2D-A9954984BB40}"/>
              </a:ext>
            </a:extLst>
          </p:cNvPr>
          <p:cNvCxnSpPr>
            <a:cxnSpLocks/>
          </p:cNvCxnSpPr>
          <p:nvPr/>
        </p:nvCxnSpPr>
        <p:spPr>
          <a:xfrm>
            <a:off x="14850288" y="3410499"/>
            <a:ext cx="0" cy="67438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57B1C11F-AEB8-6642-8BBD-394537F264C0}"/>
              </a:ext>
            </a:extLst>
          </p:cNvPr>
          <p:cNvSpPr/>
          <p:nvPr/>
        </p:nvSpPr>
        <p:spPr>
          <a:xfrm>
            <a:off x="12028129" y="4084880"/>
            <a:ext cx="5855162" cy="130588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OFFLINE CONTENT LAYER </a:t>
            </a:r>
          </a:p>
          <a:p>
            <a:pPr algn="ctr"/>
            <a:r>
              <a:rPr lang="en-IN" sz="2400" b="1" dirty="0"/>
              <a:t> SQLite + Audio + Worksheets + Flashcards + Fonts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B36EDC6-7EB6-D87B-E96D-52810EBDF59C}"/>
              </a:ext>
            </a:extLst>
          </p:cNvPr>
          <p:cNvSpPr/>
          <p:nvPr/>
        </p:nvSpPr>
        <p:spPr>
          <a:xfrm>
            <a:off x="11907570" y="6400082"/>
            <a:ext cx="5975721" cy="121968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b="1" dirty="0"/>
              <a:t>ANDROID CLASSROOM APP </a:t>
            </a:r>
          </a:p>
          <a:p>
            <a:pPr algn="ctr"/>
            <a:r>
              <a:rPr lang="en-IN" sz="2000" b="1" dirty="0"/>
              <a:t> React + Capacitor + Android 9+ </a:t>
            </a:r>
          </a:p>
          <a:p>
            <a:pPr algn="ctr"/>
            <a:r>
              <a:rPr lang="en-IN" sz="2000" b="1" dirty="0"/>
              <a:t>TEACH → TRANSLATE → CHECK → UNDERSTAND →  RE-TEACH 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13505FC-CD67-7E9C-3D66-C05B7D2C514A}"/>
              </a:ext>
            </a:extLst>
          </p:cNvPr>
          <p:cNvSpPr/>
          <p:nvPr/>
        </p:nvSpPr>
        <p:spPr>
          <a:xfrm>
            <a:off x="11859568" y="8695043"/>
            <a:ext cx="6023724" cy="118411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b="1" dirty="0"/>
              <a:t>AI / SPEECH PROCESSING </a:t>
            </a:r>
          </a:p>
          <a:p>
            <a:pPr algn="ctr"/>
            <a:r>
              <a:rPr lang="en-IN" sz="2000" b="1" dirty="0"/>
              <a:t> </a:t>
            </a:r>
            <a:r>
              <a:rPr lang="en-IN" sz="2000" b="1" dirty="0" err="1"/>
              <a:t>Vosk</a:t>
            </a:r>
            <a:r>
              <a:rPr lang="en-IN" sz="2000" b="1" dirty="0"/>
              <a:t> ASR │ IndicTrans2 │ Local Phrase Bank │ TTS Sarvam = Connected Fallback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0213E4FB-18AC-D4CF-D6F7-EA4FEE1A32F7}"/>
              </a:ext>
            </a:extLst>
          </p:cNvPr>
          <p:cNvCxnSpPr>
            <a:cxnSpLocks/>
          </p:cNvCxnSpPr>
          <p:nvPr/>
        </p:nvCxnSpPr>
        <p:spPr>
          <a:xfrm>
            <a:off x="14859000" y="5524500"/>
            <a:ext cx="0" cy="74436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B5AF0BE8-6862-D283-5DA9-36B1B68FF532}"/>
              </a:ext>
            </a:extLst>
          </p:cNvPr>
          <p:cNvCxnSpPr>
            <a:cxnSpLocks/>
          </p:cNvCxnSpPr>
          <p:nvPr/>
        </p:nvCxnSpPr>
        <p:spPr>
          <a:xfrm>
            <a:off x="14859000" y="7810500"/>
            <a:ext cx="0" cy="7620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CF6BBBC1-52B8-2C50-749D-DDA292B5A2A7}"/>
              </a:ext>
            </a:extLst>
          </p:cNvPr>
          <p:cNvSpPr txBox="1"/>
          <p:nvPr/>
        </p:nvSpPr>
        <p:spPr>
          <a:xfrm>
            <a:off x="12432838" y="3269446"/>
            <a:ext cx="2590797" cy="6555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APPROVED CONTENT PACK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2BE99EB-FB58-07F4-5624-CFD07BFEB768}"/>
              </a:ext>
            </a:extLst>
          </p:cNvPr>
          <p:cNvSpPr txBox="1"/>
          <p:nvPr/>
        </p:nvSpPr>
        <p:spPr>
          <a:xfrm>
            <a:off x="12432838" y="1391330"/>
            <a:ext cx="103479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002060"/>
                </a:solidFill>
              </a:rPr>
              <a:t>VISTA TECHNOLOGY ARCHITECTURE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39062B-60B6-F261-156B-BD7B3D16BC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81201" y="-5443"/>
            <a:ext cx="2700762" cy="127417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C04A53A-97A6-84B9-F1A8-C55AEEE059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577" y="1429833"/>
            <a:ext cx="5182049" cy="846198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33A02D01-7A6D-196B-3191-A420F82B6C14}"/>
              </a:ext>
            </a:extLst>
          </p:cNvPr>
          <p:cNvSpPr txBox="1"/>
          <p:nvPr/>
        </p:nvSpPr>
        <p:spPr>
          <a:xfrm>
            <a:off x="663914" y="1800474"/>
            <a:ext cx="424206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4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Gothic"/>
                <a:cs typeface="Century Gothic"/>
              </a:rPr>
              <a:t>Frontend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entury Gothic"/>
              <a:cs typeface="Century Gothic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Classroom App / Frontend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React.js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— Teacher &amp; student interface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HTML5 + CSS3 + JavaScript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— Offline classroom UI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Capacitor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— Packages web app as Android application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Android 9+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— Target low-cost classroom devices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Web Speech API / Android TTS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— Speech interaction fallback</a:t>
            </a:r>
            <a:endParaRPr kumimoji="0" lang="en-IN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3B69738-65EF-FE65-1BFB-AF16F4203960}"/>
              </a:ext>
            </a:extLst>
          </p:cNvPr>
          <p:cNvSpPr txBox="1"/>
          <p:nvPr/>
        </p:nvSpPr>
        <p:spPr>
          <a:xfrm>
            <a:off x="556374" y="5009744"/>
            <a:ext cx="514817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Backend &amp; APIs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Python</a:t>
            </a: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800" b="1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FastAPI</a:t>
            </a: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— REST API &amp; application backend 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800" b="1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Uvicorn</a:t>
            </a: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— ASGI server 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800" b="1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SQLAlchemy</a:t>
            </a: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— Database ORM 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800" b="1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Pydantic</a:t>
            </a: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— Data validation 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HTTPX</a:t>
            </a: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— External service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     communication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CD388E4-2A7A-F0EF-E048-4D8EDF1241D4}"/>
              </a:ext>
            </a:extLst>
          </p:cNvPr>
          <p:cNvSpPr txBox="1"/>
          <p:nvPr/>
        </p:nvSpPr>
        <p:spPr>
          <a:xfrm>
            <a:off x="651292" y="7318068"/>
            <a:ext cx="481796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Offline Content Layer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Pre-recorded native-speaker audio — MP3/OGG 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Bilingual worksheets — PNG/PDF 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Visual flashcards 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Ol Chiki / Santali font 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Approved translation &amp; lesson packs 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Python Export Pipeline → SQLite Bundle</a:t>
            </a:r>
            <a:endParaRPr kumimoji="0" lang="en-IN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900AD0B3-C8DB-67AD-6CC4-C8441E1B9C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35" y="12327"/>
            <a:ext cx="1493649" cy="114005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663755" y="174659"/>
            <a:ext cx="11107420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dirty="0"/>
              <a:t>FEASIBILITY</a:t>
            </a:r>
            <a:r>
              <a:rPr sz="5400" spc="-15" dirty="0"/>
              <a:t> </a:t>
            </a:r>
            <a:r>
              <a:rPr sz="5400" spc="155" dirty="0"/>
              <a:t>AND</a:t>
            </a:r>
            <a:r>
              <a:rPr sz="5400" spc="-10" dirty="0"/>
              <a:t> VIABILITY</a:t>
            </a:r>
          </a:p>
        </p:txBody>
      </p:sp>
      <p:sp>
        <p:nvSpPr>
          <p:cNvPr id="5" name="object 5"/>
          <p:cNvSpPr/>
          <p:nvPr/>
        </p:nvSpPr>
        <p:spPr>
          <a:xfrm>
            <a:off x="520482" y="2075306"/>
            <a:ext cx="3879257" cy="2095698"/>
          </a:xfrm>
          <a:custGeom>
            <a:avLst/>
            <a:gdLst/>
            <a:ahLst/>
            <a:cxnLst/>
            <a:rect l="l" t="t" r="r" b="b"/>
            <a:pathLst>
              <a:path w="3648710" h="2922270">
                <a:moveTo>
                  <a:pt x="0" y="2779227"/>
                </a:moveTo>
                <a:lnTo>
                  <a:pt x="0" y="142874"/>
                </a:lnTo>
                <a:lnTo>
                  <a:pt x="7283" y="97715"/>
                </a:lnTo>
                <a:lnTo>
                  <a:pt x="27566" y="58495"/>
                </a:lnTo>
                <a:lnTo>
                  <a:pt x="58494" y="27566"/>
                </a:lnTo>
                <a:lnTo>
                  <a:pt x="97714" y="7283"/>
                </a:lnTo>
                <a:lnTo>
                  <a:pt x="142874" y="0"/>
                </a:lnTo>
                <a:lnTo>
                  <a:pt x="3505309" y="0"/>
                </a:lnTo>
                <a:lnTo>
                  <a:pt x="3550469" y="7283"/>
                </a:lnTo>
                <a:lnTo>
                  <a:pt x="3589686" y="27566"/>
                </a:lnTo>
                <a:lnTo>
                  <a:pt x="3620609" y="58495"/>
                </a:lnTo>
                <a:lnTo>
                  <a:pt x="3640887" y="97715"/>
                </a:lnTo>
                <a:lnTo>
                  <a:pt x="3648169" y="142874"/>
                </a:lnTo>
                <a:lnTo>
                  <a:pt x="3648169" y="2779227"/>
                </a:lnTo>
                <a:lnTo>
                  <a:pt x="3640887" y="2824387"/>
                </a:lnTo>
                <a:lnTo>
                  <a:pt x="3620609" y="2863604"/>
                </a:lnTo>
                <a:lnTo>
                  <a:pt x="3589686" y="2894527"/>
                </a:lnTo>
                <a:lnTo>
                  <a:pt x="3550469" y="2914805"/>
                </a:lnTo>
                <a:lnTo>
                  <a:pt x="3505309" y="2922087"/>
                </a:lnTo>
                <a:lnTo>
                  <a:pt x="142874" y="2922087"/>
                </a:lnTo>
                <a:lnTo>
                  <a:pt x="97714" y="2914805"/>
                </a:lnTo>
                <a:lnTo>
                  <a:pt x="58494" y="2894527"/>
                </a:lnTo>
                <a:lnTo>
                  <a:pt x="27566" y="2863604"/>
                </a:lnTo>
                <a:lnTo>
                  <a:pt x="7283" y="2824387"/>
                </a:lnTo>
                <a:lnTo>
                  <a:pt x="0" y="2779227"/>
                </a:lnTo>
                <a:close/>
              </a:path>
            </a:pathLst>
          </a:custGeom>
          <a:solidFill>
            <a:srgbClr val="3777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93273" y="1387575"/>
            <a:ext cx="3404870" cy="2516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72770">
              <a:lnSpc>
                <a:spcPct val="100000"/>
              </a:lnSpc>
              <a:spcBef>
                <a:spcPts val="105"/>
              </a:spcBef>
            </a:pPr>
            <a:endParaRPr sz="33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R="62865" algn="ctr">
              <a:lnSpc>
                <a:spcPct val="100000"/>
              </a:lnSpc>
              <a:spcBef>
                <a:spcPts val="85"/>
              </a:spcBef>
            </a:pPr>
            <a:endParaRPr lang="en-IN" sz="2000" b="1" dirty="0"/>
          </a:p>
          <a:p>
            <a:pPr marR="62865" algn="ctr">
              <a:lnSpc>
                <a:spcPct val="100000"/>
              </a:lnSpc>
              <a:spcBef>
                <a:spcPts val="85"/>
              </a:spcBef>
            </a:pPr>
            <a:r>
              <a:rPr lang="en-IN" b="1" dirty="0">
                <a:solidFill>
                  <a:schemeClr val="bg2"/>
                </a:solidFill>
              </a:rPr>
              <a:t>Technical:</a:t>
            </a:r>
            <a:r>
              <a:rPr lang="en-IN" dirty="0">
                <a:solidFill>
                  <a:schemeClr val="bg2"/>
                </a:solidFill>
              </a:rPr>
              <a:t> Uses proven technologies like </a:t>
            </a:r>
            <a:r>
              <a:rPr lang="en-IN" b="1" dirty="0">
                <a:solidFill>
                  <a:schemeClr val="bg2"/>
                </a:solidFill>
              </a:rPr>
              <a:t>IndicTrans2, </a:t>
            </a:r>
            <a:r>
              <a:rPr lang="en-IN" b="1" dirty="0" err="1">
                <a:solidFill>
                  <a:schemeClr val="bg2"/>
                </a:solidFill>
              </a:rPr>
              <a:t>Vosk</a:t>
            </a:r>
            <a:r>
              <a:rPr lang="en-IN" b="1" dirty="0">
                <a:solidFill>
                  <a:schemeClr val="bg2"/>
                </a:solidFill>
              </a:rPr>
              <a:t> and </a:t>
            </a:r>
            <a:r>
              <a:rPr lang="en-IN" b="1" dirty="0" err="1">
                <a:solidFill>
                  <a:schemeClr val="bg2"/>
                </a:solidFill>
              </a:rPr>
              <a:t>FastAPI</a:t>
            </a:r>
            <a:r>
              <a:rPr lang="en-IN" b="1" dirty="0">
                <a:solidFill>
                  <a:schemeClr val="bg2"/>
                </a:solidFill>
              </a:rPr>
              <a:t> </a:t>
            </a:r>
            <a:r>
              <a:rPr lang="en-IN" dirty="0">
                <a:solidFill>
                  <a:schemeClr val="bg1"/>
                </a:solidFill>
              </a:rPr>
              <a:t>PostgreSQL for structured data for offline Hindi speech recognition, and for local Hindi/Santali translation. </a:t>
            </a:r>
            <a:endParaRPr dirty="0">
              <a:solidFill>
                <a:schemeClr val="bg1"/>
              </a:solidFill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18644" y="4647327"/>
            <a:ext cx="3879257" cy="2167261"/>
          </a:xfrm>
          <a:custGeom>
            <a:avLst/>
            <a:gdLst/>
            <a:ahLst/>
            <a:cxnLst/>
            <a:rect l="l" t="t" r="r" b="b"/>
            <a:pathLst>
              <a:path w="3648710" h="2701925">
                <a:moveTo>
                  <a:pt x="0" y="2558613"/>
                </a:moveTo>
                <a:lnTo>
                  <a:pt x="0" y="142890"/>
                </a:lnTo>
                <a:lnTo>
                  <a:pt x="7283" y="97727"/>
                </a:lnTo>
                <a:lnTo>
                  <a:pt x="27566" y="58502"/>
                </a:lnTo>
                <a:lnTo>
                  <a:pt x="58495" y="27570"/>
                </a:lnTo>
                <a:lnTo>
                  <a:pt x="97715" y="7284"/>
                </a:lnTo>
                <a:lnTo>
                  <a:pt x="142874" y="0"/>
                </a:lnTo>
                <a:lnTo>
                  <a:pt x="3505297" y="0"/>
                </a:lnTo>
                <a:lnTo>
                  <a:pt x="3550460" y="7284"/>
                </a:lnTo>
                <a:lnTo>
                  <a:pt x="3589685" y="27570"/>
                </a:lnTo>
                <a:lnTo>
                  <a:pt x="3620617" y="58502"/>
                </a:lnTo>
                <a:lnTo>
                  <a:pt x="3640902" y="97727"/>
                </a:lnTo>
                <a:lnTo>
                  <a:pt x="3648187" y="142890"/>
                </a:lnTo>
                <a:lnTo>
                  <a:pt x="3648187" y="2558613"/>
                </a:lnTo>
                <a:lnTo>
                  <a:pt x="3640902" y="2603761"/>
                </a:lnTo>
                <a:lnTo>
                  <a:pt x="3620617" y="2642976"/>
                </a:lnTo>
                <a:lnTo>
                  <a:pt x="3589685" y="2673904"/>
                </a:lnTo>
                <a:lnTo>
                  <a:pt x="3550460" y="2694188"/>
                </a:lnTo>
                <a:lnTo>
                  <a:pt x="3505297" y="2701472"/>
                </a:lnTo>
                <a:lnTo>
                  <a:pt x="142874" y="2701472"/>
                </a:lnTo>
                <a:lnTo>
                  <a:pt x="97715" y="2694188"/>
                </a:lnTo>
                <a:lnTo>
                  <a:pt x="58495" y="2673904"/>
                </a:lnTo>
                <a:lnTo>
                  <a:pt x="27566" y="2642976"/>
                </a:lnTo>
                <a:lnTo>
                  <a:pt x="7283" y="2603761"/>
                </a:lnTo>
                <a:lnTo>
                  <a:pt x="0" y="2558613"/>
                </a:lnTo>
                <a:close/>
              </a:path>
            </a:pathLst>
          </a:custGeom>
          <a:solidFill>
            <a:srgbClr val="3777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905633" y="4557995"/>
            <a:ext cx="3404870" cy="2167260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R="34925" algn="ctr">
              <a:lnSpc>
                <a:spcPct val="100000"/>
              </a:lnSpc>
              <a:spcBef>
                <a:spcPts val="1540"/>
              </a:spcBef>
            </a:pPr>
            <a:r>
              <a:rPr lang="en-IN" b="1" dirty="0">
                <a:solidFill>
                  <a:schemeClr val="bg2"/>
                </a:solidFill>
              </a:rPr>
              <a:t>Operational:</a:t>
            </a:r>
            <a:r>
              <a:rPr lang="en-IN" dirty="0">
                <a:solidFill>
                  <a:schemeClr val="bg2"/>
                </a:solidFill>
              </a:rPr>
              <a:t> Designed for </a:t>
            </a:r>
            <a:r>
              <a:rPr lang="en-IN" b="1" dirty="0">
                <a:solidFill>
                  <a:schemeClr val="bg2"/>
                </a:solidFill>
              </a:rPr>
              <a:t>offline and online both classrooms</a:t>
            </a:r>
            <a:r>
              <a:rPr lang="en-IN" dirty="0">
                <a:solidFill>
                  <a:schemeClr val="bg2"/>
                </a:solidFill>
              </a:rPr>
              <a:t>, low-connectivity tribal regions, and teacher-friendly use; content can be reviewed and preloaded before deployment</a:t>
            </a:r>
            <a:r>
              <a:rPr lang="en-IN" sz="2000" dirty="0">
                <a:solidFill>
                  <a:schemeClr val="bg2"/>
                </a:solidFill>
              </a:rPr>
              <a:t>.</a:t>
            </a:r>
            <a:endParaRPr sz="2000" dirty="0">
              <a:solidFill>
                <a:schemeClr val="bg2"/>
              </a:solidFill>
              <a:latin typeface="Century Gothic"/>
              <a:cs typeface="Century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80980" y="5711257"/>
            <a:ext cx="3466465" cy="33663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32400"/>
              </a:lnSpc>
              <a:spcBef>
                <a:spcPts val="95"/>
              </a:spcBef>
            </a:pPr>
            <a:r>
              <a:rPr sz="1700" spc="145" dirty="0">
                <a:solidFill>
                  <a:srgbClr val="FFF1D8"/>
                </a:solidFill>
                <a:latin typeface="Lucida Sans Unicode"/>
                <a:cs typeface="Lucida Sans Unicode"/>
              </a:rPr>
              <a:t>.</a:t>
            </a:r>
            <a:endParaRPr sz="1700" dirty="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18644" y="7396262"/>
            <a:ext cx="3879257" cy="2381465"/>
          </a:xfrm>
          <a:custGeom>
            <a:avLst/>
            <a:gdLst/>
            <a:ahLst/>
            <a:cxnLst/>
            <a:rect l="l" t="t" r="r" b="b"/>
            <a:pathLst>
              <a:path w="3643629" h="2416809">
                <a:moveTo>
                  <a:pt x="0" y="2302154"/>
                </a:moveTo>
                <a:lnTo>
                  <a:pt x="0" y="114322"/>
                </a:lnTo>
                <a:lnTo>
                  <a:pt x="2676" y="97723"/>
                </a:lnTo>
                <a:lnTo>
                  <a:pt x="22959" y="58499"/>
                </a:lnTo>
                <a:lnTo>
                  <a:pt x="53888" y="27567"/>
                </a:lnTo>
                <a:lnTo>
                  <a:pt x="93108" y="7281"/>
                </a:lnTo>
                <a:lnTo>
                  <a:pt x="138267" y="0"/>
                </a:lnTo>
                <a:lnTo>
                  <a:pt x="3500687" y="0"/>
                </a:lnTo>
                <a:lnTo>
                  <a:pt x="3545850" y="7281"/>
                </a:lnTo>
                <a:lnTo>
                  <a:pt x="3585074" y="27567"/>
                </a:lnTo>
                <a:lnTo>
                  <a:pt x="3616007" y="58499"/>
                </a:lnTo>
                <a:lnTo>
                  <a:pt x="3636292" y="97723"/>
                </a:lnTo>
                <a:lnTo>
                  <a:pt x="3643577" y="142887"/>
                </a:lnTo>
                <a:lnTo>
                  <a:pt x="3643577" y="2273591"/>
                </a:lnTo>
                <a:lnTo>
                  <a:pt x="3636292" y="2318751"/>
                </a:lnTo>
                <a:lnTo>
                  <a:pt x="3616007" y="2357968"/>
                </a:lnTo>
                <a:lnTo>
                  <a:pt x="3585074" y="2388891"/>
                </a:lnTo>
                <a:lnTo>
                  <a:pt x="3545850" y="2409169"/>
                </a:lnTo>
                <a:lnTo>
                  <a:pt x="3500687" y="2416465"/>
                </a:lnTo>
                <a:lnTo>
                  <a:pt x="138267" y="2416465"/>
                </a:lnTo>
                <a:lnTo>
                  <a:pt x="93108" y="2409169"/>
                </a:lnTo>
                <a:lnTo>
                  <a:pt x="53888" y="2388891"/>
                </a:lnTo>
                <a:lnTo>
                  <a:pt x="22959" y="2357968"/>
                </a:lnTo>
                <a:lnTo>
                  <a:pt x="2676" y="2318751"/>
                </a:lnTo>
                <a:lnTo>
                  <a:pt x="0" y="2302154"/>
                </a:lnTo>
                <a:close/>
              </a:path>
            </a:pathLst>
          </a:custGeom>
          <a:solidFill>
            <a:srgbClr val="3777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73940" y="7394819"/>
            <a:ext cx="3658512" cy="2162772"/>
          </a:xfrm>
          <a:prstGeom prst="rect">
            <a:avLst/>
          </a:prstGeom>
        </p:spPr>
        <p:txBody>
          <a:bodyPr vert="horz" wrap="square" lIns="0" tIns="191135" rIns="0" bIns="0" rtlCol="0">
            <a:spAutoFit/>
          </a:bodyPr>
          <a:lstStyle/>
          <a:p>
            <a:pPr marL="927100" algn="ctr">
              <a:lnSpc>
                <a:spcPct val="100000"/>
              </a:lnSpc>
              <a:spcBef>
                <a:spcPts val="1505"/>
              </a:spcBef>
            </a:pPr>
            <a:r>
              <a:rPr lang="en-IN" b="1" dirty="0">
                <a:solidFill>
                  <a:schemeClr val="bg2"/>
                </a:solidFill>
              </a:rPr>
              <a:t>Financial:</a:t>
            </a:r>
            <a:r>
              <a:rPr lang="en-IN" dirty="0">
                <a:solidFill>
                  <a:schemeClr val="bg2"/>
                </a:solidFill>
              </a:rPr>
              <a:t> Uses </a:t>
            </a:r>
            <a:r>
              <a:rPr lang="en-IN" b="1" dirty="0">
                <a:solidFill>
                  <a:schemeClr val="bg2"/>
                </a:solidFill>
              </a:rPr>
              <a:t>open-source AI/software and low-cost tablet</a:t>
            </a:r>
            <a:r>
              <a:rPr lang="en-IN" dirty="0">
                <a:solidFill>
                  <a:schemeClr val="bg2"/>
                </a:solidFill>
              </a:rPr>
              <a:t> reducing licensing, cloud and infrastructure costs while allowing gradual scaling across schools</a:t>
            </a:r>
            <a:r>
              <a:rPr lang="en-IN" sz="2000" dirty="0">
                <a:solidFill>
                  <a:schemeClr val="bg2"/>
                </a:solidFill>
              </a:rPr>
              <a:t>.</a:t>
            </a:r>
            <a:endParaRPr sz="2000" dirty="0">
              <a:latin typeface="Lucida Sans Unicode"/>
              <a:cs typeface="Lucida Sans Unicode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1070609" y="1341874"/>
            <a:ext cx="7021920" cy="5828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821690" algn="ctr">
              <a:lnSpc>
                <a:spcPct val="100000"/>
              </a:lnSpc>
              <a:spcBef>
                <a:spcPts val="105"/>
              </a:spcBef>
            </a:pPr>
            <a:r>
              <a:rPr sz="3600" spc="-95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Solutions</a:t>
            </a:r>
            <a:endParaRPr sz="36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181405" y="3774340"/>
            <a:ext cx="4036060" cy="427040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50"/>
              </a:spcBef>
            </a:pPr>
            <a:endParaRPr sz="2400" dirty="0">
              <a:latin typeface="Century Gothic"/>
              <a:cs typeface="Century Gothic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28EFA59D-49D3-5F32-F89F-783DD88C2C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4565" y="33738"/>
            <a:ext cx="2700762" cy="1274174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B47DC788-555A-D60A-C24C-CDB0B2FB76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53" y="8164"/>
            <a:ext cx="1493649" cy="1140051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41FDC8DB-0522-0D8D-5C0C-7F1E281AC509}"/>
              </a:ext>
            </a:extLst>
          </p:cNvPr>
          <p:cNvSpPr/>
          <p:nvPr/>
        </p:nvSpPr>
        <p:spPr>
          <a:xfrm>
            <a:off x="11092217" y="2075306"/>
            <a:ext cx="6652433" cy="111742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E73F3C5-B5A9-C2C2-44EC-4448531E00A6}"/>
              </a:ext>
            </a:extLst>
          </p:cNvPr>
          <p:cNvSpPr/>
          <p:nvPr/>
        </p:nvSpPr>
        <p:spPr>
          <a:xfrm>
            <a:off x="11092217" y="3633778"/>
            <a:ext cx="6685415" cy="120032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95DEB46A-2783-56BC-5E26-0B8235EA39E1}"/>
              </a:ext>
            </a:extLst>
          </p:cNvPr>
          <p:cNvSpPr/>
          <p:nvPr/>
        </p:nvSpPr>
        <p:spPr>
          <a:xfrm>
            <a:off x="5375493" y="2029747"/>
            <a:ext cx="4893398" cy="134767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0BDF4A7-EFBC-F69E-6F91-A08B243A61F2}"/>
              </a:ext>
            </a:extLst>
          </p:cNvPr>
          <p:cNvSpPr txBox="1"/>
          <p:nvPr/>
        </p:nvSpPr>
        <p:spPr>
          <a:xfrm>
            <a:off x="5663035" y="2295478"/>
            <a:ext cx="47962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0" lang="en-IN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Limited Santali Resources:</a:t>
            </a: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No native speaker was available for authentic answer recordings and classroom audio</a:t>
            </a:r>
            <a:endParaRPr lang="en-IN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E1FC8E29-3AC4-45EB-AD59-47488AE115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5493" y="3549280"/>
            <a:ext cx="4911155" cy="1347679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14EF0A31-4443-D5DB-0759-068A3B9D2CDB}"/>
              </a:ext>
            </a:extLst>
          </p:cNvPr>
          <p:cNvSpPr txBox="1"/>
          <p:nvPr/>
        </p:nvSpPr>
        <p:spPr>
          <a:xfrm>
            <a:off x="5663035" y="3709339"/>
            <a:ext cx="47306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0" lang="en-IN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Low-Resource AI:</a:t>
            </a:r>
            <a:r>
              <a:rPr kumimoji="0" lang="en-IN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Santali lacks             reliable </a:t>
            </a:r>
            <a:r>
              <a:rPr kumimoji="0" lang="en-IN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offline ASR/TTS</a:t>
            </a:r>
            <a:r>
              <a:rPr kumimoji="0" lang="en-IN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, while machine translation quality is still  limited.</a:t>
            </a:r>
            <a:endParaRPr lang="en-IN" dirty="0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0858EC84-4B73-19F1-2BFD-A181A5509F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51601" y="5070640"/>
            <a:ext cx="4896724" cy="1376680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5997CA17-CA0E-7431-ED43-E72EC57FED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9089" y="6763590"/>
            <a:ext cx="4862560" cy="1466656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71158747-568F-9032-E08D-D9CBCD4A8E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9089" y="8446977"/>
            <a:ext cx="4852396" cy="1315396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92A8E57B-3B8C-1A16-0FF2-3DC82DA0401E}"/>
              </a:ext>
            </a:extLst>
          </p:cNvPr>
          <p:cNvSpPr txBox="1"/>
          <p:nvPr/>
        </p:nvSpPr>
        <p:spPr>
          <a:xfrm>
            <a:off x="5776716" y="5092356"/>
            <a:ext cx="44735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Toolchain Constraints: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Framework/tooling mismatches during development caused avoidable time loss under tight deadlines.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3DFBB9C-5CE6-2B80-F4B9-09DF13AE547C}"/>
              </a:ext>
            </a:extLst>
          </p:cNvPr>
          <p:cNvSpPr txBox="1"/>
          <p:nvPr/>
        </p:nvSpPr>
        <p:spPr>
          <a:xfrm>
            <a:off x="5482769" y="6896753"/>
            <a:ext cx="45850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Hardware Constraints: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Heavy AI models like </a:t>
            </a:r>
            <a:r>
              <a:rPr kumimoji="0" lang="en-US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IndicTrans2 + </a:t>
            </a:r>
            <a:r>
              <a:rPr kumimoji="0" lang="en-US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Vosk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cannot efficiently run on  2GB RAM tablets. Scarcity of android 9 tablet for demo.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D68A7D2-1A4D-265A-EE4A-4418A8AA8CEB}"/>
              </a:ext>
            </a:extLst>
          </p:cNvPr>
          <p:cNvSpPr txBox="1"/>
          <p:nvPr/>
        </p:nvSpPr>
        <p:spPr>
          <a:xfrm>
            <a:off x="5631039" y="8586994"/>
            <a:ext cx="45338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IN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Ol Chiki Compatibility:</a:t>
            </a:r>
            <a:r>
              <a:rPr kumimoji="0" lang="en-IN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Stock Android devices lacked built-in </a:t>
            </a:r>
            <a:r>
              <a:rPr kumimoji="0" lang="en-IN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Ol Chiki font support</a:t>
            </a:r>
            <a:r>
              <a:rPr kumimoji="0" lang="en-IN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, risking broken text rendering</a:t>
            </a:r>
            <a:endParaRPr lang="en-IN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F32D30F-EFE3-1ACC-98A6-0E6D2F4CEF36}"/>
              </a:ext>
            </a:extLst>
          </p:cNvPr>
          <p:cNvSpPr txBox="1"/>
          <p:nvPr/>
        </p:nvSpPr>
        <p:spPr>
          <a:xfrm>
            <a:off x="5943600" y="1260808"/>
            <a:ext cx="46589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821690" lvl="0" indent="0" algn="ctr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3600" spc="-95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Challenges</a:t>
            </a:r>
            <a:endParaRPr kumimoji="0" lang="en-IN" sz="3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F119993-CAF5-EA02-7528-7B69699A54DE}"/>
              </a:ext>
            </a:extLst>
          </p:cNvPr>
          <p:cNvSpPr txBox="1"/>
          <p:nvPr/>
        </p:nvSpPr>
        <p:spPr>
          <a:xfrm>
            <a:off x="985275" y="1310134"/>
            <a:ext cx="41085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821690" lvl="0" indent="0" algn="ctr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0" i="0" u="none" strike="noStrike" kern="0" cap="none" spc="-9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Feasibility</a:t>
            </a:r>
            <a:endParaRPr kumimoji="0" lang="en-IN" sz="3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8483A528-6750-174A-133A-ADEE316EEC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92217" y="5264607"/>
            <a:ext cx="6706181" cy="1182713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DA2E8FD6-896F-E861-A66A-9E8C55AEFFD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56960" y="6763590"/>
            <a:ext cx="6706181" cy="1333492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A409A5EB-329B-3D56-C016-E316A0AC82B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09572" y="8446977"/>
            <a:ext cx="6706181" cy="1273808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D3C74640-DDBC-7285-1362-0A91964B06EB}"/>
              </a:ext>
            </a:extLst>
          </p:cNvPr>
          <p:cNvSpPr txBox="1"/>
          <p:nvPr/>
        </p:nvSpPr>
        <p:spPr>
          <a:xfrm>
            <a:off x="11425025" y="2184267"/>
            <a:ext cx="6019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Human-Validated AI: </a:t>
            </a:r>
            <a:r>
              <a:rPr kumimoji="0" lang="en-IN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Recorded answer can also be uploaded in unavailability of speaker.</a:t>
            </a:r>
            <a:r>
              <a:rPr kumimoji="0" lang="en-IN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IN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AI checks and validates the answer according to the question</a:t>
            </a:r>
            <a:r>
              <a:rPr kumimoji="0" lang="en-IN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.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99C1044-29FC-495B-2FF2-95EE86DC4E9D}"/>
              </a:ext>
            </a:extLst>
          </p:cNvPr>
          <p:cNvSpPr txBox="1"/>
          <p:nvPr/>
        </p:nvSpPr>
        <p:spPr>
          <a:xfrm>
            <a:off x="11418340" y="3633777"/>
            <a:ext cx="6019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0" lvl="0" indent="0" algn="ctr" defTabSz="914400" eaLnBrk="1" fontAlgn="auto" latinLnBrk="0" hangingPunct="1">
              <a:lnSpc>
                <a:spcPct val="100000"/>
              </a:lnSpc>
              <a:spcBef>
                <a:spcPts val="34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cs typeface="Century Gothic"/>
              </a:rPr>
              <a:t>Local Hub : </a:t>
            </a:r>
            <a:r>
              <a:rPr kumimoji="0" lang="en-IN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+mn-lt"/>
              </a:rPr>
              <a:t>Reviewed Santali recordings are used where TTS reliability is weak, </a:t>
            </a:r>
            <a:r>
              <a:rPr kumimoji="0" lang="en-IN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</a:rPr>
              <a:t>Optional local server for synchronization and connected-mode translation , </a:t>
            </a:r>
            <a:r>
              <a:rPr kumimoji="0" lang="en-IN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+mn-lt"/>
              </a:rPr>
              <a:t>which is a practical engineering decision</a:t>
            </a:r>
            <a:endParaRPr kumimoji="0" lang="en-IN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CA1F80-F2B5-7388-2FBE-C71FA5F92FBE}"/>
              </a:ext>
            </a:extLst>
          </p:cNvPr>
          <p:cNvSpPr txBox="1"/>
          <p:nvPr/>
        </p:nvSpPr>
        <p:spPr>
          <a:xfrm>
            <a:off x="11258698" y="5232302"/>
            <a:ext cx="63732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</a:rPr>
              <a:t>Practical &amp; Reliable Deployment:</a:t>
            </a:r>
            <a:r>
              <a:rPr kumimoji="0" lang="en-IN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</a:rPr>
              <a:t> Kept the React + Figma Make toolchain wrapped into a real Android APK via Capacitor.AI generates drafts, while PostgreSQL approval controls ensure only reviewed content reaches students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9149A2F-2EC9-4D48-A5B3-1E0A92769AFD}"/>
              </a:ext>
            </a:extLst>
          </p:cNvPr>
          <p:cNvSpPr txBox="1"/>
          <p:nvPr/>
        </p:nvSpPr>
        <p:spPr>
          <a:xfrm>
            <a:off x="11355586" y="6867346"/>
            <a:ext cx="617944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</a:rPr>
              <a:t>Alternative Availability Check:</a:t>
            </a:r>
            <a:r>
              <a:rPr kumimoji="0" lang="en-IN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</a:rPr>
              <a:t> AI-assisted translation prepares content before class; approved content runs offline on the tablet. Uses tap-based responses, voice activity, and tested on Android Emulator pixel 3a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8EC8868-78E5-1C13-88F0-AA62D126CBBB}"/>
              </a:ext>
            </a:extLst>
          </p:cNvPr>
          <p:cNvSpPr txBox="1"/>
          <p:nvPr/>
        </p:nvSpPr>
        <p:spPr>
          <a:xfrm>
            <a:off x="11425956" y="8634261"/>
            <a:ext cx="60387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</a:rPr>
              <a:t>Resilient Bridge:</a:t>
            </a:r>
            <a:r>
              <a:rPr kumimoji="0" lang="en-IN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</a:rPr>
              <a:t> Bundled Ol Chiki font locally so the app does not depend on whether stock Android already has Ol Chiki support.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04772" y="5222186"/>
            <a:ext cx="511868" cy="512362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431289" y="2136479"/>
            <a:ext cx="5143296" cy="4784999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4995039" y="6802465"/>
            <a:ext cx="485140" cy="485140"/>
            <a:chOff x="4995039" y="6802465"/>
            <a:chExt cx="485140" cy="485140"/>
          </a:xfrm>
        </p:grpSpPr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95039" y="6802465"/>
              <a:ext cx="484866" cy="48487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051598" y="7085316"/>
              <a:ext cx="145464" cy="14546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287353" y="7094786"/>
              <a:ext cx="126523" cy="126523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-81972" y="1150165"/>
            <a:ext cx="5803340" cy="5707784"/>
            <a:chOff x="-14056" y="1246720"/>
            <a:chExt cx="5803340" cy="5707784"/>
          </a:xfrm>
        </p:grpSpPr>
        <p:sp>
          <p:nvSpPr>
            <p:cNvPr id="14" name="object 14"/>
            <p:cNvSpPr/>
            <p:nvPr/>
          </p:nvSpPr>
          <p:spPr>
            <a:xfrm>
              <a:off x="1403917" y="1246722"/>
              <a:ext cx="4164329" cy="1284605"/>
            </a:xfrm>
            <a:custGeom>
              <a:avLst/>
              <a:gdLst/>
              <a:ahLst/>
              <a:cxnLst/>
              <a:rect l="l" t="t" r="r" b="b"/>
              <a:pathLst>
                <a:path w="4164329" h="1284605">
                  <a:moveTo>
                    <a:pt x="3588187" y="1284229"/>
                  </a:moveTo>
                  <a:lnTo>
                    <a:pt x="576718" y="1284229"/>
                  </a:lnTo>
                  <a:lnTo>
                    <a:pt x="531648" y="1282296"/>
                  </a:lnTo>
                  <a:lnTo>
                    <a:pt x="487526" y="1276595"/>
                  </a:lnTo>
                  <a:lnTo>
                    <a:pt x="444482" y="1267269"/>
                  </a:lnTo>
                  <a:lnTo>
                    <a:pt x="402642" y="1254459"/>
                  </a:lnTo>
                  <a:lnTo>
                    <a:pt x="362136" y="1238310"/>
                  </a:lnTo>
                  <a:lnTo>
                    <a:pt x="323092" y="1218962"/>
                  </a:lnTo>
                  <a:lnTo>
                    <a:pt x="285637" y="1196560"/>
                  </a:lnTo>
                  <a:lnTo>
                    <a:pt x="249901" y="1171246"/>
                  </a:lnTo>
                  <a:lnTo>
                    <a:pt x="216010" y="1143162"/>
                  </a:lnTo>
                  <a:lnTo>
                    <a:pt x="184094" y="1112452"/>
                  </a:lnTo>
                  <a:lnTo>
                    <a:pt x="154281" y="1079258"/>
                  </a:lnTo>
                  <a:lnTo>
                    <a:pt x="126698" y="1043723"/>
                  </a:lnTo>
                  <a:lnTo>
                    <a:pt x="101475" y="1005990"/>
                  </a:lnTo>
                  <a:lnTo>
                    <a:pt x="78739" y="966201"/>
                  </a:lnTo>
                  <a:lnTo>
                    <a:pt x="58618" y="924499"/>
                  </a:lnTo>
                  <a:lnTo>
                    <a:pt x="41241" y="881028"/>
                  </a:lnTo>
                  <a:lnTo>
                    <a:pt x="26736" y="835928"/>
                  </a:lnTo>
                  <a:lnTo>
                    <a:pt x="15231" y="789345"/>
                  </a:lnTo>
                  <a:lnTo>
                    <a:pt x="6855" y="741420"/>
                  </a:lnTo>
                  <a:lnTo>
                    <a:pt x="1735" y="692295"/>
                  </a:lnTo>
                  <a:lnTo>
                    <a:pt x="0" y="642114"/>
                  </a:lnTo>
                  <a:lnTo>
                    <a:pt x="1735" y="591933"/>
                  </a:lnTo>
                  <a:lnTo>
                    <a:pt x="6855" y="542809"/>
                  </a:lnTo>
                  <a:lnTo>
                    <a:pt x="15231" y="494883"/>
                  </a:lnTo>
                  <a:lnTo>
                    <a:pt x="26736" y="448299"/>
                  </a:lnTo>
                  <a:lnTo>
                    <a:pt x="41241" y="403200"/>
                  </a:lnTo>
                  <a:lnTo>
                    <a:pt x="58618" y="359728"/>
                  </a:lnTo>
                  <a:lnTo>
                    <a:pt x="78739" y="318026"/>
                  </a:lnTo>
                  <a:lnTo>
                    <a:pt x="101475" y="278237"/>
                  </a:lnTo>
                  <a:lnTo>
                    <a:pt x="126698" y="240503"/>
                  </a:lnTo>
                  <a:lnTo>
                    <a:pt x="154281" y="204968"/>
                  </a:lnTo>
                  <a:lnTo>
                    <a:pt x="184094" y="171774"/>
                  </a:lnTo>
                  <a:lnTo>
                    <a:pt x="216010" y="141064"/>
                  </a:lnTo>
                  <a:lnTo>
                    <a:pt x="249901" y="112980"/>
                  </a:lnTo>
                  <a:lnTo>
                    <a:pt x="285637" y="87666"/>
                  </a:lnTo>
                  <a:lnTo>
                    <a:pt x="323092" y="65264"/>
                  </a:lnTo>
                  <a:lnTo>
                    <a:pt x="362136" y="45916"/>
                  </a:lnTo>
                  <a:lnTo>
                    <a:pt x="402642" y="29767"/>
                  </a:lnTo>
                  <a:lnTo>
                    <a:pt x="444482" y="16957"/>
                  </a:lnTo>
                  <a:lnTo>
                    <a:pt x="487526" y="7631"/>
                  </a:lnTo>
                  <a:lnTo>
                    <a:pt x="531648" y="1930"/>
                  </a:lnTo>
                  <a:lnTo>
                    <a:pt x="576718" y="0"/>
                  </a:lnTo>
                  <a:lnTo>
                    <a:pt x="3588187" y="0"/>
                  </a:lnTo>
                  <a:lnTo>
                    <a:pt x="3633258" y="1930"/>
                  </a:lnTo>
                  <a:lnTo>
                    <a:pt x="3677380" y="7631"/>
                  </a:lnTo>
                  <a:lnTo>
                    <a:pt x="3720424" y="16957"/>
                  </a:lnTo>
                  <a:lnTo>
                    <a:pt x="3762264" y="29767"/>
                  </a:lnTo>
                  <a:lnTo>
                    <a:pt x="3802770" y="45916"/>
                  </a:lnTo>
                  <a:lnTo>
                    <a:pt x="3841814" y="65264"/>
                  </a:lnTo>
                  <a:lnTo>
                    <a:pt x="3879268" y="87666"/>
                  </a:lnTo>
                  <a:lnTo>
                    <a:pt x="3915004" y="112980"/>
                  </a:lnTo>
                  <a:lnTo>
                    <a:pt x="3948894" y="141064"/>
                  </a:lnTo>
                  <a:lnTo>
                    <a:pt x="3980810" y="171774"/>
                  </a:lnTo>
                  <a:lnTo>
                    <a:pt x="4010623" y="204968"/>
                  </a:lnTo>
                  <a:lnTo>
                    <a:pt x="4038204" y="240503"/>
                  </a:lnTo>
                  <a:lnTo>
                    <a:pt x="4063427" y="278237"/>
                  </a:lnTo>
                  <a:lnTo>
                    <a:pt x="4086163" y="318026"/>
                  </a:lnTo>
                  <a:lnTo>
                    <a:pt x="4106283" y="359728"/>
                  </a:lnTo>
                  <a:lnTo>
                    <a:pt x="4123659" y="403200"/>
                  </a:lnTo>
                  <a:lnTo>
                    <a:pt x="4138164" y="448299"/>
                  </a:lnTo>
                  <a:lnTo>
                    <a:pt x="4149668" y="494883"/>
                  </a:lnTo>
                  <a:lnTo>
                    <a:pt x="4158045" y="542809"/>
                  </a:lnTo>
                  <a:lnTo>
                    <a:pt x="4163164" y="591933"/>
                  </a:lnTo>
                  <a:lnTo>
                    <a:pt x="4163711" y="607739"/>
                  </a:lnTo>
                  <a:lnTo>
                    <a:pt x="4163711" y="676489"/>
                  </a:lnTo>
                  <a:lnTo>
                    <a:pt x="4158045" y="741420"/>
                  </a:lnTo>
                  <a:lnTo>
                    <a:pt x="4149668" y="789345"/>
                  </a:lnTo>
                  <a:lnTo>
                    <a:pt x="4138164" y="835928"/>
                  </a:lnTo>
                  <a:lnTo>
                    <a:pt x="4123659" y="881028"/>
                  </a:lnTo>
                  <a:lnTo>
                    <a:pt x="4106283" y="924499"/>
                  </a:lnTo>
                  <a:lnTo>
                    <a:pt x="4086163" y="966201"/>
                  </a:lnTo>
                  <a:lnTo>
                    <a:pt x="4063427" y="1005990"/>
                  </a:lnTo>
                  <a:lnTo>
                    <a:pt x="4038204" y="1043723"/>
                  </a:lnTo>
                  <a:lnTo>
                    <a:pt x="4010623" y="1079258"/>
                  </a:lnTo>
                  <a:lnTo>
                    <a:pt x="3980810" y="1112452"/>
                  </a:lnTo>
                  <a:lnTo>
                    <a:pt x="3948894" y="1143162"/>
                  </a:lnTo>
                  <a:lnTo>
                    <a:pt x="3915004" y="1171246"/>
                  </a:lnTo>
                  <a:lnTo>
                    <a:pt x="3879268" y="1196560"/>
                  </a:lnTo>
                  <a:lnTo>
                    <a:pt x="3841814" y="1218962"/>
                  </a:lnTo>
                  <a:lnTo>
                    <a:pt x="3802770" y="1238310"/>
                  </a:lnTo>
                  <a:lnTo>
                    <a:pt x="3762264" y="1254459"/>
                  </a:lnTo>
                  <a:lnTo>
                    <a:pt x="3720424" y="1267269"/>
                  </a:lnTo>
                  <a:lnTo>
                    <a:pt x="3677380" y="1276595"/>
                  </a:lnTo>
                  <a:lnTo>
                    <a:pt x="3633258" y="1282296"/>
                  </a:lnTo>
                  <a:lnTo>
                    <a:pt x="3588187" y="128422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404088" y="1246720"/>
              <a:ext cx="4162425" cy="1284605"/>
            </a:xfrm>
            <a:custGeom>
              <a:avLst/>
              <a:gdLst/>
              <a:ahLst/>
              <a:cxnLst/>
              <a:rect l="l" t="t" r="r" b="b"/>
              <a:pathLst>
                <a:path w="4162425" h="1284605">
                  <a:moveTo>
                    <a:pt x="4162277" y="696545"/>
                  </a:moveTo>
                  <a:lnTo>
                    <a:pt x="4157601" y="741339"/>
                  </a:lnTo>
                  <a:lnTo>
                    <a:pt x="4149226" y="789259"/>
                  </a:lnTo>
                  <a:lnTo>
                    <a:pt x="4137723" y="835837"/>
                  </a:lnTo>
                  <a:lnTo>
                    <a:pt x="4123220" y="880932"/>
                  </a:lnTo>
                  <a:lnTo>
                    <a:pt x="4105845" y="924399"/>
                  </a:lnTo>
                  <a:lnTo>
                    <a:pt x="4085727" y="966097"/>
                  </a:lnTo>
                  <a:lnTo>
                    <a:pt x="4062994" y="1005882"/>
                  </a:lnTo>
                  <a:lnTo>
                    <a:pt x="4037773" y="1043612"/>
                  </a:lnTo>
                  <a:lnTo>
                    <a:pt x="4010194" y="1079143"/>
                  </a:lnTo>
                  <a:lnTo>
                    <a:pt x="3980384" y="1112334"/>
                  </a:lnTo>
                  <a:lnTo>
                    <a:pt x="3948471" y="1143041"/>
                  </a:lnTo>
                  <a:lnTo>
                    <a:pt x="3914584" y="1171122"/>
                  </a:lnTo>
                  <a:lnTo>
                    <a:pt x="3878850" y="1196434"/>
                  </a:lnTo>
                  <a:lnTo>
                    <a:pt x="3841399" y="1218833"/>
                  </a:lnTo>
                  <a:lnTo>
                    <a:pt x="3802359" y="1238178"/>
                  </a:lnTo>
                  <a:lnTo>
                    <a:pt x="3761857" y="1254325"/>
                  </a:lnTo>
                  <a:lnTo>
                    <a:pt x="3720022" y="1267133"/>
                  </a:lnTo>
                  <a:lnTo>
                    <a:pt x="3676982" y="1276458"/>
                  </a:lnTo>
                  <a:lnTo>
                    <a:pt x="3632866" y="1282157"/>
                  </a:lnTo>
                  <a:lnTo>
                    <a:pt x="3587800" y="1284088"/>
                  </a:lnTo>
                  <a:lnTo>
                    <a:pt x="576656" y="1284088"/>
                  </a:lnTo>
                  <a:lnTo>
                    <a:pt x="531591" y="1282157"/>
                  </a:lnTo>
                  <a:lnTo>
                    <a:pt x="487475" y="1276457"/>
                  </a:lnTo>
                  <a:lnTo>
                    <a:pt x="444435" y="1267132"/>
                  </a:lnTo>
                  <a:lnTo>
                    <a:pt x="402600" y="1254324"/>
                  </a:lnTo>
                  <a:lnTo>
                    <a:pt x="362099" y="1238176"/>
                  </a:lnTo>
                  <a:lnTo>
                    <a:pt x="323059" y="1218832"/>
                  </a:lnTo>
                  <a:lnTo>
                    <a:pt x="285608" y="1196432"/>
                  </a:lnTo>
                  <a:lnTo>
                    <a:pt x="249875" y="1171121"/>
                  </a:lnTo>
                  <a:lnTo>
                    <a:pt x="215988" y="1143041"/>
                  </a:lnTo>
                  <a:lnTo>
                    <a:pt x="184076" y="1112334"/>
                  </a:lnTo>
                  <a:lnTo>
                    <a:pt x="154265" y="1079144"/>
                  </a:lnTo>
                  <a:lnTo>
                    <a:pt x="126685" y="1043613"/>
                  </a:lnTo>
                  <a:lnTo>
                    <a:pt x="101464" y="1005883"/>
                  </a:lnTo>
                  <a:lnTo>
                    <a:pt x="78731" y="966099"/>
                  </a:lnTo>
                  <a:lnTo>
                    <a:pt x="58612" y="924401"/>
                  </a:lnTo>
                  <a:lnTo>
                    <a:pt x="41237" y="880934"/>
                  </a:lnTo>
                  <a:lnTo>
                    <a:pt x="26733" y="835839"/>
                  </a:lnTo>
                  <a:lnTo>
                    <a:pt x="15229" y="789260"/>
                  </a:lnTo>
                  <a:lnTo>
                    <a:pt x="6854" y="741340"/>
                  </a:lnTo>
                  <a:lnTo>
                    <a:pt x="1734" y="692220"/>
                  </a:lnTo>
                  <a:lnTo>
                    <a:pt x="0" y="642045"/>
                  </a:lnTo>
                  <a:lnTo>
                    <a:pt x="1735" y="591869"/>
                  </a:lnTo>
                  <a:lnTo>
                    <a:pt x="6854" y="542750"/>
                  </a:lnTo>
                  <a:lnTo>
                    <a:pt x="15230" y="494829"/>
                  </a:lnTo>
                  <a:lnTo>
                    <a:pt x="26733" y="448251"/>
                  </a:lnTo>
                  <a:lnTo>
                    <a:pt x="41237" y="403157"/>
                  </a:lnTo>
                  <a:lnTo>
                    <a:pt x="58612" y="359689"/>
                  </a:lnTo>
                  <a:lnTo>
                    <a:pt x="78730" y="317992"/>
                  </a:lnTo>
                  <a:lnTo>
                    <a:pt x="101464" y="278208"/>
                  </a:lnTo>
                  <a:lnTo>
                    <a:pt x="126685" y="240478"/>
                  </a:lnTo>
                  <a:lnTo>
                    <a:pt x="154264" y="204947"/>
                  </a:lnTo>
                  <a:lnTo>
                    <a:pt x="184074" y="171757"/>
                  </a:lnTo>
                  <a:lnTo>
                    <a:pt x="215987" y="141050"/>
                  </a:lnTo>
                  <a:lnTo>
                    <a:pt x="249874" y="112969"/>
                  </a:lnTo>
                  <a:lnTo>
                    <a:pt x="285606" y="87658"/>
                  </a:lnTo>
                  <a:lnTo>
                    <a:pt x="323057" y="65258"/>
                  </a:lnTo>
                  <a:lnTo>
                    <a:pt x="362097" y="45913"/>
                  </a:lnTo>
                  <a:lnTo>
                    <a:pt x="402599" y="29765"/>
                  </a:lnTo>
                  <a:lnTo>
                    <a:pt x="444434" y="16957"/>
                  </a:lnTo>
                  <a:lnTo>
                    <a:pt x="487473" y="7631"/>
                  </a:lnTo>
                  <a:lnTo>
                    <a:pt x="531590" y="1931"/>
                  </a:lnTo>
                  <a:lnTo>
                    <a:pt x="576655" y="0"/>
                  </a:lnTo>
                  <a:lnTo>
                    <a:pt x="3587800" y="0"/>
                  </a:lnTo>
                  <a:lnTo>
                    <a:pt x="3632866" y="1931"/>
                  </a:lnTo>
                  <a:lnTo>
                    <a:pt x="3676983" y="7630"/>
                  </a:lnTo>
                  <a:lnTo>
                    <a:pt x="3720023" y="16955"/>
                  </a:lnTo>
                  <a:lnTo>
                    <a:pt x="3761858" y="29763"/>
                  </a:lnTo>
                  <a:lnTo>
                    <a:pt x="3802360" y="45911"/>
                  </a:lnTo>
                  <a:lnTo>
                    <a:pt x="3841401" y="65256"/>
                  </a:lnTo>
                  <a:lnTo>
                    <a:pt x="3878852" y="87656"/>
                  </a:lnTo>
                  <a:lnTo>
                    <a:pt x="3914585" y="112968"/>
                  </a:lnTo>
                  <a:lnTo>
                    <a:pt x="3948472" y="141049"/>
                  </a:lnTo>
                  <a:lnTo>
                    <a:pt x="3980385" y="171756"/>
                  </a:lnTo>
                  <a:lnTo>
                    <a:pt x="4010195" y="204947"/>
                  </a:lnTo>
                  <a:lnTo>
                    <a:pt x="4037774" y="240479"/>
                  </a:lnTo>
                  <a:lnTo>
                    <a:pt x="4062994" y="278209"/>
                  </a:lnTo>
                  <a:lnTo>
                    <a:pt x="4085727" y="317994"/>
                  </a:lnTo>
                  <a:lnTo>
                    <a:pt x="4105845" y="359691"/>
                  </a:lnTo>
                  <a:lnTo>
                    <a:pt x="4123220" y="403158"/>
                  </a:lnTo>
                  <a:lnTo>
                    <a:pt x="4137722" y="448252"/>
                  </a:lnTo>
                  <a:lnTo>
                    <a:pt x="4149225" y="494831"/>
                  </a:lnTo>
                  <a:lnTo>
                    <a:pt x="4157600" y="542751"/>
                  </a:lnTo>
                  <a:lnTo>
                    <a:pt x="4162277" y="587546"/>
                  </a:lnTo>
                </a:path>
              </a:pathLst>
            </a:custGeom>
            <a:ln w="133350">
              <a:solidFill>
                <a:srgbClr val="9397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814559" y="1484360"/>
              <a:ext cx="974725" cy="840740"/>
            </a:xfrm>
            <a:custGeom>
              <a:avLst/>
              <a:gdLst/>
              <a:ahLst/>
              <a:cxnLst/>
              <a:rect l="l" t="t" r="r" b="b"/>
              <a:pathLst>
                <a:path w="974725" h="840739">
                  <a:moveTo>
                    <a:pt x="416312" y="0"/>
                  </a:moveTo>
                  <a:lnTo>
                    <a:pt x="445215" y="0"/>
                  </a:lnTo>
                  <a:lnTo>
                    <a:pt x="556473" y="3834"/>
                  </a:lnTo>
                  <a:lnTo>
                    <a:pt x="605280" y="6645"/>
                  </a:lnTo>
                  <a:lnTo>
                    <a:pt x="652423" y="14869"/>
                  </a:lnTo>
                  <a:lnTo>
                    <a:pt x="697590" y="28193"/>
                  </a:lnTo>
                  <a:lnTo>
                    <a:pt x="740469" y="46306"/>
                  </a:lnTo>
                  <a:lnTo>
                    <a:pt x="780747" y="68895"/>
                  </a:lnTo>
                  <a:lnTo>
                    <a:pt x="818112" y="95647"/>
                  </a:lnTo>
                  <a:lnTo>
                    <a:pt x="852251" y="126250"/>
                  </a:lnTo>
                  <a:lnTo>
                    <a:pt x="882852" y="160390"/>
                  </a:lnTo>
                  <a:lnTo>
                    <a:pt x="909602" y="197757"/>
                  </a:lnTo>
                  <a:lnTo>
                    <a:pt x="932189" y="238037"/>
                  </a:lnTo>
                  <a:lnTo>
                    <a:pt x="950301" y="280917"/>
                  </a:lnTo>
                  <a:lnTo>
                    <a:pt x="963625" y="326086"/>
                  </a:lnTo>
                  <a:lnTo>
                    <a:pt x="971848" y="373230"/>
                  </a:lnTo>
                  <a:lnTo>
                    <a:pt x="974668" y="422038"/>
                  </a:lnTo>
                  <a:lnTo>
                    <a:pt x="971848" y="470845"/>
                  </a:lnTo>
                  <a:lnTo>
                    <a:pt x="963625" y="517990"/>
                  </a:lnTo>
                  <a:lnTo>
                    <a:pt x="950301" y="563159"/>
                  </a:lnTo>
                  <a:lnTo>
                    <a:pt x="932189" y="606040"/>
                  </a:lnTo>
                  <a:lnTo>
                    <a:pt x="909602" y="646320"/>
                  </a:lnTo>
                  <a:lnTo>
                    <a:pt x="882852" y="683686"/>
                  </a:lnTo>
                  <a:lnTo>
                    <a:pt x="852251" y="717828"/>
                  </a:lnTo>
                  <a:lnTo>
                    <a:pt x="818112" y="748431"/>
                  </a:lnTo>
                  <a:lnTo>
                    <a:pt x="780747" y="775183"/>
                  </a:lnTo>
                  <a:lnTo>
                    <a:pt x="740469" y="797772"/>
                  </a:lnTo>
                  <a:lnTo>
                    <a:pt x="697590" y="815885"/>
                  </a:lnTo>
                  <a:lnTo>
                    <a:pt x="652423" y="829210"/>
                  </a:lnTo>
                  <a:lnTo>
                    <a:pt x="605280" y="837434"/>
                  </a:lnTo>
                  <a:lnTo>
                    <a:pt x="556473" y="840245"/>
                  </a:lnTo>
                  <a:lnTo>
                    <a:pt x="417271" y="840245"/>
                  </a:lnTo>
                  <a:lnTo>
                    <a:pt x="0" y="418200"/>
                  </a:lnTo>
                  <a:lnTo>
                    <a:pt x="416312" y="0"/>
                  </a:lnTo>
                  <a:close/>
                </a:path>
              </a:pathLst>
            </a:custGeom>
            <a:solidFill>
              <a:srgbClr val="9397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-14056" y="2693418"/>
              <a:ext cx="4915776" cy="4261086"/>
            </a:xfrm>
            <a:prstGeom prst="rect">
              <a:avLst/>
            </a:prstGeom>
          </p:spPr>
        </p:pic>
      </p:grpSp>
      <p:sp>
        <p:nvSpPr>
          <p:cNvPr id="34" name="object 34" descr="$PPTXTitle"/>
          <p:cNvSpPr txBox="1">
            <a:spLocks noGrp="1"/>
          </p:cNvSpPr>
          <p:nvPr>
            <p:ph type="title"/>
          </p:nvPr>
        </p:nvSpPr>
        <p:spPr>
          <a:xfrm>
            <a:off x="3920120" y="143961"/>
            <a:ext cx="9785181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5400" spc="70" dirty="0"/>
              <a:t>    </a:t>
            </a:r>
            <a:r>
              <a:rPr sz="5400" spc="70" dirty="0"/>
              <a:t>IMPACT</a:t>
            </a:r>
            <a:r>
              <a:rPr sz="5400" spc="5" dirty="0"/>
              <a:t> </a:t>
            </a:r>
            <a:r>
              <a:rPr sz="5400" spc="155" dirty="0"/>
              <a:t>AND</a:t>
            </a:r>
            <a:r>
              <a:rPr sz="5400" spc="5" dirty="0"/>
              <a:t> </a:t>
            </a:r>
            <a:r>
              <a:rPr sz="5400" spc="40" dirty="0"/>
              <a:t>BENEFITS</a:t>
            </a:r>
          </a:p>
        </p:txBody>
      </p:sp>
      <p:sp>
        <p:nvSpPr>
          <p:cNvPr id="64" name="object 64"/>
          <p:cNvSpPr txBox="1"/>
          <p:nvPr/>
        </p:nvSpPr>
        <p:spPr>
          <a:xfrm>
            <a:off x="5046035" y="1530332"/>
            <a:ext cx="530860" cy="6153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850" b="1" spc="-135" dirty="0">
                <a:solidFill>
                  <a:srgbClr val="FFFFFF"/>
                </a:solidFill>
                <a:latin typeface="Century Gothic"/>
                <a:cs typeface="Century Gothic"/>
              </a:rPr>
              <a:t>01</a:t>
            </a:r>
            <a:endParaRPr sz="3850">
              <a:latin typeface="Century Gothic"/>
              <a:cs typeface="Century Gothic"/>
            </a:endParaRPr>
          </a:p>
        </p:txBody>
      </p:sp>
      <p:pic>
        <p:nvPicPr>
          <p:cNvPr id="18" name="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167629" y="1214616"/>
            <a:ext cx="4435579" cy="1406612"/>
          </a:xfrm>
          <a:prstGeom prst="rect">
            <a:avLst/>
          </a:prstGeom>
        </p:spPr>
      </p:pic>
      <p:sp>
        <p:nvSpPr>
          <p:cNvPr id="58" name="object 58"/>
          <p:cNvSpPr txBox="1"/>
          <p:nvPr/>
        </p:nvSpPr>
        <p:spPr>
          <a:xfrm>
            <a:off x="8215193" y="1606532"/>
            <a:ext cx="659130" cy="6153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850" b="1" spc="305" dirty="0">
                <a:solidFill>
                  <a:srgbClr val="FFFFFF"/>
                </a:solidFill>
                <a:latin typeface="Century Gothic"/>
                <a:cs typeface="Century Gothic"/>
              </a:rPr>
              <a:t>06</a:t>
            </a:r>
            <a:endParaRPr sz="3850">
              <a:latin typeface="Century Gothic"/>
              <a:cs typeface="Century Gothic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4014378" y="3018790"/>
            <a:ext cx="626745" cy="6153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850" b="1" spc="175" dirty="0">
                <a:solidFill>
                  <a:srgbClr val="FFFFFF"/>
                </a:solidFill>
                <a:latin typeface="Century Gothic"/>
                <a:cs typeface="Century Gothic"/>
              </a:rPr>
              <a:t>02</a:t>
            </a:r>
            <a:endParaRPr sz="3850">
              <a:latin typeface="Century Gothic"/>
              <a:cs typeface="Century Gothic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6019480" y="6557025"/>
            <a:ext cx="523240" cy="523240"/>
            <a:chOff x="6019480" y="6557025"/>
            <a:chExt cx="523240" cy="523240"/>
          </a:xfrm>
        </p:grpSpPr>
        <p:sp>
          <p:nvSpPr>
            <p:cNvPr id="27" name="object 27"/>
            <p:cNvSpPr/>
            <p:nvPr/>
          </p:nvSpPr>
          <p:spPr>
            <a:xfrm>
              <a:off x="6086154" y="6623700"/>
              <a:ext cx="389890" cy="389890"/>
            </a:xfrm>
            <a:custGeom>
              <a:avLst/>
              <a:gdLst/>
              <a:ahLst/>
              <a:cxnLst/>
              <a:rect l="l" t="t" r="r" b="b"/>
              <a:pathLst>
                <a:path w="389889" h="389890">
                  <a:moveTo>
                    <a:pt x="194767" y="389534"/>
                  </a:moveTo>
                  <a:lnTo>
                    <a:pt x="150109" y="384390"/>
                  </a:lnTo>
                  <a:lnTo>
                    <a:pt x="109114" y="369737"/>
                  </a:lnTo>
                  <a:lnTo>
                    <a:pt x="72951" y="346745"/>
                  </a:lnTo>
                  <a:lnTo>
                    <a:pt x="42789" y="316582"/>
                  </a:lnTo>
                  <a:lnTo>
                    <a:pt x="19796" y="280419"/>
                  </a:lnTo>
                  <a:lnTo>
                    <a:pt x="5144" y="239424"/>
                  </a:lnTo>
                  <a:lnTo>
                    <a:pt x="0" y="194767"/>
                  </a:lnTo>
                  <a:lnTo>
                    <a:pt x="5144" y="150109"/>
                  </a:lnTo>
                  <a:lnTo>
                    <a:pt x="19796" y="109114"/>
                  </a:lnTo>
                  <a:lnTo>
                    <a:pt x="42789" y="72951"/>
                  </a:lnTo>
                  <a:lnTo>
                    <a:pt x="72951" y="42789"/>
                  </a:lnTo>
                  <a:lnTo>
                    <a:pt x="109114" y="19796"/>
                  </a:lnTo>
                  <a:lnTo>
                    <a:pt x="150109" y="5144"/>
                  </a:lnTo>
                  <a:lnTo>
                    <a:pt x="194767" y="0"/>
                  </a:lnTo>
                  <a:lnTo>
                    <a:pt x="239424" y="5144"/>
                  </a:lnTo>
                  <a:lnTo>
                    <a:pt x="280419" y="19796"/>
                  </a:lnTo>
                  <a:lnTo>
                    <a:pt x="316582" y="42789"/>
                  </a:lnTo>
                  <a:lnTo>
                    <a:pt x="346745" y="72951"/>
                  </a:lnTo>
                  <a:lnTo>
                    <a:pt x="369737" y="109114"/>
                  </a:lnTo>
                  <a:lnTo>
                    <a:pt x="384390" y="150109"/>
                  </a:lnTo>
                  <a:lnTo>
                    <a:pt x="389534" y="194767"/>
                  </a:lnTo>
                  <a:lnTo>
                    <a:pt x="384390" y="239424"/>
                  </a:lnTo>
                  <a:lnTo>
                    <a:pt x="369737" y="280419"/>
                  </a:lnTo>
                  <a:lnTo>
                    <a:pt x="346745" y="316582"/>
                  </a:lnTo>
                  <a:lnTo>
                    <a:pt x="316582" y="346745"/>
                  </a:lnTo>
                  <a:lnTo>
                    <a:pt x="280419" y="369737"/>
                  </a:lnTo>
                  <a:lnTo>
                    <a:pt x="239424" y="384390"/>
                  </a:lnTo>
                  <a:lnTo>
                    <a:pt x="194767" y="389534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086155" y="6623700"/>
              <a:ext cx="389890" cy="389890"/>
            </a:xfrm>
            <a:custGeom>
              <a:avLst/>
              <a:gdLst/>
              <a:ahLst/>
              <a:cxnLst/>
              <a:rect l="l" t="t" r="r" b="b"/>
              <a:pathLst>
                <a:path w="389889" h="389890">
                  <a:moveTo>
                    <a:pt x="194741" y="0"/>
                  </a:moveTo>
                  <a:lnTo>
                    <a:pt x="150089" y="5143"/>
                  </a:lnTo>
                  <a:lnTo>
                    <a:pt x="109099" y="19793"/>
                  </a:lnTo>
                  <a:lnTo>
                    <a:pt x="72940" y="42782"/>
                  </a:lnTo>
                  <a:lnTo>
                    <a:pt x="42782" y="72940"/>
                  </a:lnTo>
                  <a:lnTo>
                    <a:pt x="19793" y="109099"/>
                  </a:lnTo>
                  <a:lnTo>
                    <a:pt x="5143" y="150089"/>
                  </a:lnTo>
                  <a:lnTo>
                    <a:pt x="0" y="194741"/>
                  </a:lnTo>
                  <a:lnTo>
                    <a:pt x="5143" y="239393"/>
                  </a:lnTo>
                  <a:lnTo>
                    <a:pt x="19793" y="280383"/>
                  </a:lnTo>
                  <a:lnTo>
                    <a:pt x="42782" y="316542"/>
                  </a:lnTo>
                  <a:lnTo>
                    <a:pt x="72940" y="346700"/>
                  </a:lnTo>
                  <a:lnTo>
                    <a:pt x="109099" y="369689"/>
                  </a:lnTo>
                  <a:lnTo>
                    <a:pt x="150089" y="384339"/>
                  </a:lnTo>
                  <a:lnTo>
                    <a:pt x="194741" y="389482"/>
                  </a:lnTo>
                  <a:lnTo>
                    <a:pt x="239393" y="384339"/>
                  </a:lnTo>
                  <a:lnTo>
                    <a:pt x="280383" y="369689"/>
                  </a:lnTo>
                  <a:lnTo>
                    <a:pt x="316542" y="346700"/>
                  </a:lnTo>
                  <a:lnTo>
                    <a:pt x="346700" y="316542"/>
                  </a:lnTo>
                  <a:lnTo>
                    <a:pt x="369689" y="280383"/>
                  </a:lnTo>
                  <a:lnTo>
                    <a:pt x="384339" y="239393"/>
                  </a:lnTo>
                  <a:lnTo>
                    <a:pt x="389482" y="194741"/>
                  </a:lnTo>
                  <a:lnTo>
                    <a:pt x="384339" y="150089"/>
                  </a:lnTo>
                  <a:lnTo>
                    <a:pt x="369689" y="109099"/>
                  </a:lnTo>
                  <a:lnTo>
                    <a:pt x="346700" y="72940"/>
                  </a:lnTo>
                  <a:lnTo>
                    <a:pt x="316542" y="42782"/>
                  </a:lnTo>
                  <a:lnTo>
                    <a:pt x="280383" y="19793"/>
                  </a:lnTo>
                  <a:lnTo>
                    <a:pt x="239393" y="5143"/>
                  </a:lnTo>
                  <a:lnTo>
                    <a:pt x="194741" y="0"/>
                  </a:lnTo>
                </a:path>
              </a:pathLst>
            </a:custGeom>
            <a:ln w="133350">
              <a:solidFill>
                <a:srgbClr val="9397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" name="object 22"/>
          <p:cNvGrpSpPr/>
          <p:nvPr/>
        </p:nvGrpSpPr>
        <p:grpSpPr>
          <a:xfrm>
            <a:off x="1557332" y="6847834"/>
            <a:ext cx="4451985" cy="1417955"/>
            <a:chOff x="1557332" y="6847834"/>
            <a:chExt cx="4451985" cy="1417955"/>
          </a:xfrm>
        </p:grpSpPr>
        <p:sp>
          <p:nvSpPr>
            <p:cNvPr id="23" name="object 23"/>
            <p:cNvSpPr/>
            <p:nvPr/>
          </p:nvSpPr>
          <p:spPr>
            <a:xfrm>
              <a:off x="1623835" y="6914508"/>
              <a:ext cx="4164329" cy="1284605"/>
            </a:xfrm>
            <a:custGeom>
              <a:avLst/>
              <a:gdLst/>
              <a:ahLst/>
              <a:cxnLst/>
              <a:rect l="l" t="t" r="r" b="b"/>
              <a:pathLst>
                <a:path w="4164329" h="1284604">
                  <a:moveTo>
                    <a:pt x="3588182" y="1284229"/>
                  </a:moveTo>
                  <a:lnTo>
                    <a:pt x="576719" y="1284229"/>
                  </a:lnTo>
                  <a:lnTo>
                    <a:pt x="531649" y="1282283"/>
                  </a:lnTo>
                  <a:lnTo>
                    <a:pt x="487527" y="1276583"/>
                  </a:lnTo>
                  <a:lnTo>
                    <a:pt x="444483" y="1267257"/>
                  </a:lnTo>
                  <a:lnTo>
                    <a:pt x="402643" y="1254449"/>
                  </a:lnTo>
                  <a:lnTo>
                    <a:pt x="362137" y="1238300"/>
                  </a:lnTo>
                  <a:lnTo>
                    <a:pt x="323093" y="1218955"/>
                  </a:lnTo>
                  <a:lnTo>
                    <a:pt x="285638" y="1196554"/>
                  </a:lnTo>
                  <a:lnTo>
                    <a:pt x="249901" y="1171241"/>
                  </a:lnTo>
                  <a:lnTo>
                    <a:pt x="216011" y="1143160"/>
                  </a:lnTo>
                  <a:lnTo>
                    <a:pt x="184095" y="1112451"/>
                  </a:lnTo>
                  <a:lnTo>
                    <a:pt x="154282" y="1079259"/>
                  </a:lnTo>
                  <a:lnTo>
                    <a:pt x="126699" y="1043726"/>
                  </a:lnTo>
                  <a:lnTo>
                    <a:pt x="101476" y="1005994"/>
                  </a:lnTo>
                  <a:lnTo>
                    <a:pt x="78740" y="966206"/>
                  </a:lnTo>
                  <a:lnTo>
                    <a:pt x="58619" y="924506"/>
                  </a:lnTo>
                  <a:lnTo>
                    <a:pt x="41242" y="881035"/>
                  </a:lnTo>
                  <a:lnTo>
                    <a:pt x="26737" y="835937"/>
                  </a:lnTo>
                  <a:lnTo>
                    <a:pt x="15232" y="789354"/>
                  </a:lnTo>
                  <a:lnTo>
                    <a:pt x="6856" y="741429"/>
                  </a:lnTo>
                  <a:lnTo>
                    <a:pt x="1736" y="692304"/>
                  </a:lnTo>
                  <a:lnTo>
                    <a:pt x="0" y="642123"/>
                  </a:lnTo>
                  <a:lnTo>
                    <a:pt x="1736" y="591941"/>
                  </a:lnTo>
                  <a:lnTo>
                    <a:pt x="6856" y="542816"/>
                  </a:lnTo>
                  <a:lnTo>
                    <a:pt x="15232" y="494890"/>
                  </a:lnTo>
                  <a:lnTo>
                    <a:pt x="26737" y="448306"/>
                  </a:lnTo>
                  <a:lnTo>
                    <a:pt x="41242" y="403206"/>
                  </a:lnTo>
                  <a:lnTo>
                    <a:pt x="58619" y="359734"/>
                  </a:lnTo>
                  <a:lnTo>
                    <a:pt x="78740" y="318031"/>
                  </a:lnTo>
                  <a:lnTo>
                    <a:pt x="101476" y="278242"/>
                  </a:lnTo>
                  <a:lnTo>
                    <a:pt x="126699" y="240508"/>
                  </a:lnTo>
                  <a:lnTo>
                    <a:pt x="154282" y="204972"/>
                  </a:lnTo>
                  <a:lnTo>
                    <a:pt x="184095" y="171778"/>
                  </a:lnTo>
                  <a:lnTo>
                    <a:pt x="216011" y="141068"/>
                  </a:lnTo>
                  <a:lnTo>
                    <a:pt x="249901" y="112984"/>
                  </a:lnTo>
                  <a:lnTo>
                    <a:pt x="285638" y="87669"/>
                  </a:lnTo>
                  <a:lnTo>
                    <a:pt x="323093" y="65267"/>
                  </a:lnTo>
                  <a:lnTo>
                    <a:pt x="362137" y="45919"/>
                  </a:lnTo>
                  <a:lnTo>
                    <a:pt x="402643" y="29769"/>
                  </a:lnTo>
                  <a:lnTo>
                    <a:pt x="444483" y="16960"/>
                  </a:lnTo>
                  <a:lnTo>
                    <a:pt x="487527" y="7633"/>
                  </a:lnTo>
                  <a:lnTo>
                    <a:pt x="531649" y="1933"/>
                  </a:lnTo>
                  <a:lnTo>
                    <a:pt x="576719" y="0"/>
                  </a:lnTo>
                  <a:lnTo>
                    <a:pt x="3588182" y="0"/>
                  </a:lnTo>
                  <a:lnTo>
                    <a:pt x="3633253" y="1933"/>
                  </a:lnTo>
                  <a:lnTo>
                    <a:pt x="3677375" y="7633"/>
                  </a:lnTo>
                  <a:lnTo>
                    <a:pt x="3720421" y="16960"/>
                  </a:lnTo>
                  <a:lnTo>
                    <a:pt x="3762261" y="29769"/>
                  </a:lnTo>
                  <a:lnTo>
                    <a:pt x="3802769" y="45919"/>
                  </a:lnTo>
                  <a:lnTo>
                    <a:pt x="3841815" y="65267"/>
                  </a:lnTo>
                  <a:lnTo>
                    <a:pt x="3879271" y="87669"/>
                  </a:lnTo>
                  <a:lnTo>
                    <a:pt x="3915009" y="112984"/>
                  </a:lnTo>
                  <a:lnTo>
                    <a:pt x="3948901" y="141068"/>
                  </a:lnTo>
                  <a:lnTo>
                    <a:pt x="3980819" y="171778"/>
                  </a:lnTo>
                  <a:lnTo>
                    <a:pt x="4010634" y="204972"/>
                  </a:lnTo>
                  <a:lnTo>
                    <a:pt x="4038218" y="240508"/>
                  </a:lnTo>
                  <a:lnTo>
                    <a:pt x="4063443" y="278242"/>
                  </a:lnTo>
                  <a:lnTo>
                    <a:pt x="4086180" y="318031"/>
                  </a:lnTo>
                  <a:lnTo>
                    <a:pt x="4106302" y="359734"/>
                  </a:lnTo>
                  <a:lnTo>
                    <a:pt x="4123680" y="403206"/>
                  </a:lnTo>
                  <a:lnTo>
                    <a:pt x="4138186" y="448306"/>
                  </a:lnTo>
                  <a:lnTo>
                    <a:pt x="4149692" y="494890"/>
                  </a:lnTo>
                  <a:lnTo>
                    <a:pt x="4158069" y="542816"/>
                  </a:lnTo>
                  <a:lnTo>
                    <a:pt x="4163189" y="591941"/>
                  </a:lnTo>
                  <a:lnTo>
                    <a:pt x="4163711" y="607023"/>
                  </a:lnTo>
                  <a:lnTo>
                    <a:pt x="4163711" y="677223"/>
                  </a:lnTo>
                  <a:lnTo>
                    <a:pt x="4158069" y="741429"/>
                  </a:lnTo>
                  <a:lnTo>
                    <a:pt x="4149692" y="789354"/>
                  </a:lnTo>
                  <a:lnTo>
                    <a:pt x="4138186" y="835937"/>
                  </a:lnTo>
                  <a:lnTo>
                    <a:pt x="4123680" y="881035"/>
                  </a:lnTo>
                  <a:lnTo>
                    <a:pt x="4106302" y="924506"/>
                  </a:lnTo>
                  <a:lnTo>
                    <a:pt x="4086180" y="966206"/>
                  </a:lnTo>
                  <a:lnTo>
                    <a:pt x="4063443" y="1005994"/>
                  </a:lnTo>
                  <a:lnTo>
                    <a:pt x="4038218" y="1043726"/>
                  </a:lnTo>
                  <a:lnTo>
                    <a:pt x="4010634" y="1079259"/>
                  </a:lnTo>
                  <a:lnTo>
                    <a:pt x="3980819" y="1112451"/>
                  </a:lnTo>
                  <a:lnTo>
                    <a:pt x="3948901" y="1143160"/>
                  </a:lnTo>
                  <a:lnTo>
                    <a:pt x="3915009" y="1171241"/>
                  </a:lnTo>
                  <a:lnTo>
                    <a:pt x="3879271" y="1196554"/>
                  </a:lnTo>
                  <a:lnTo>
                    <a:pt x="3841815" y="1218955"/>
                  </a:lnTo>
                  <a:lnTo>
                    <a:pt x="3802769" y="1238300"/>
                  </a:lnTo>
                  <a:lnTo>
                    <a:pt x="3762261" y="1254449"/>
                  </a:lnTo>
                  <a:lnTo>
                    <a:pt x="3720421" y="1267257"/>
                  </a:lnTo>
                  <a:lnTo>
                    <a:pt x="3677375" y="1276583"/>
                  </a:lnTo>
                  <a:lnTo>
                    <a:pt x="3633253" y="1282283"/>
                  </a:lnTo>
                  <a:lnTo>
                    <a:pt x="3588182" y="128422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624007" y="6914509"/>
              <a:ext cx="4162425" cy="1284605"/>
            </a:xfrm>
            <a:custGeom>
              <a:avLst/>
              <a:gdLst/>
              <a:ahLst/>
              <a:cxnLst/>
              <a:rect l="l" t="t" r="r" b="b"/>
              <a:pathLst>
                <a:path w="4162425" h="1284604">
                  <a:moveTo>
                    <a:pt x="4162285" y="696474"/>
                  </a:moveTo>
                  <a:lnTo>
                    <a:pt x="4157593" y="741337"/>
                  </a:lnTo>
                  <a:lnTo>
                    <a:pt x="4149218" y="789257"/>
                  </a:lnTo>
                  <a:lnTo>
                    <a:pt x="4137715" y="835835"/>
                  </a:lnTo>
                  <a:lnTo>
                    <a:pt x="4123212" y="880929"/>
                  </a:lnTo>
                  <a:lnTo>
                    <a:pt x="4105838" y="924396"/>
                  </a:lnTo>
                  <a:lnTo>
                    <a:pt x="4085721" y="966093"/>
                  </a:lnTo>
                  <a:lnTo>
                    <a:pt x="4062988" y="1005878"/>
                  </a:lnTo>
                  <a:lnTo>
                    <a:pt x="4037769" y="1043608"/>
                  </a:lnTo>
                  <a:lnTo>
                    <a:pt x="4010190" y="1079140"/>
                  </a:lnTo>
                  <a:lnTo>
                    <a:pt x="3980381" y="1112331"/>
                  </a:lnTo>
                  <a:lnTo>
                    <a:pt x="3948469" y="1143038"/>
                  </a:lnTo>
                  <a:lnTo>
                    <a:pt x="3914582" y="1171119"/>
                  </a:lnTo>
                  <a:lnTo>
                    <a:pt x="3878850" y="1196432"/>
                  </a:lnTo>
                  <a:lnTo>
                    <a:pt x="3841399" y="1218832"/>
                  </a:lnTo>
                  <a:lnTo>
                    <a:pt x="3802359" y="1238178"/>
                  </a:lnTo>
                  <a:lnTo>
                    <a:pt x="3761857" y="1254326"/>
                  </a:lnTo>
                  <a:lnTo>
                    <a:pt x="3720023" y="1267134"/>
                  </a:lnTo>
                  <a:lnTo>
                    <a:pt x="3676983" y="1276460"/>
                  </a:lnTo>
                  <a:lnTo>
                    <a:pt x="3632866" y="1282160"/>
                  </a:lnTo>
                  <a:lnTo>
                    <a:pt x="3587801" y="1284091"/>
                  </a:lnTo>
                  <a:lnTo>
                    <a:pt x="576656" y="1284091"/>
                  </a:lnTo>
                  <a:lnTo>
                    <a:pt x="531591" y="1282160"/>
                  </a:lnTo>
                  <a:lnTo>
                    <a:pt x="487474" y="1276460"/>
                  </a:lnTo>
                  <a:lnTo>
                    <a:pt x="444435" y="1267134"/>
                  </a:lnTo>
                  <a:lnTo>
                    <a:pt x="402600" y="1254326"/>
                  </a:lnTo>
                  <a:lnTo>
                    <a:pt x="362099" y="1238178"/>
                  </a:lnTo>
                  <a:lnTo>
                    <a:pt x="323059" y="1218833"/>
                  </a:lnTo>
                  <a:lnTo>
                    <a:pt x="285608" y="1196433"/>
                  </a:lnTo>
                  <a:lnTo>
                    <a:pt x="249876" y="1171121"/>
                  </a:lnTo>
                  <a:lnTo>
                    <a:pt x="215989" y="1143041"/>
                  </a:lnTo>
                  <a:lnTo>
                    <a:pt x="184077" y="1112334"/>
                  </a:lnTo>
                  <a:lnTo>
                    <a:pt x="154267" y="1079143"/>
                  </a:lnTo>
                  <a:lnTo>
                    <a:pt x="126687" y="1043612"/>
                  </a:lnTo>
                  <a:lnTo>
                    <a:pt x="101467" y="1005883"/>
                  </a:lnTo>
                  <a:lnTo>
                    <a:pt x="78733" y="966098"/>
                  </a:lnTo>
                  <a:lnTo>
                    <a:pt x="58615" y="924401"/>
                  </a:lnTo>
                  <a:lnTo>
                    <a:pt x="41239" y="880933"/>
                  </a:lnTo>
                  <a:lnTo>
                    <a:pt x="26736" y="835839"/>
                  </a:lnTo>
                  <a:lnTo>
                    <a:pt x="15232" y="789260"/>
                  </a:lnTo>
                  <a:lnTo>
                    <a:pt x="6856" y="741340"/>
                  </a:lnTo>
                  <a:lnTo>
                    <a:pt x="1735" y="692220"/>
                  </a:lnTo>
                  <a:lnTo>
                    <a:pt x="0" y="642045"/>
                  </a:lnTo>
                  <a:lnTo>
                    <a:pt x="1734" y="591869"/>
                  </a:lnTo>
                  <a:lnTo>
                    <a:pt x="6853" y="542750"/>
                  </a:lnTo>
                  <a:lnTo>
                    <a:pt x="15228" y="494829"/>
                  </a:lnTo>
                  <a:lnTo>
                    <a:pt x="26732" y="448250"/>
                  </a:lnTo>
                  <a:lnTo>
                    <a:pt x="41235" y="403156"/>
                  </a:lnTo>
                  <a:lnTo>
                    <a:pt x="58611" y="359689"/>
                  </a:lnTo>
                  <a:lnTo>
                    <a:pt x="78729" y="317991"/>
                  </a:lnTo>
                  <a:lnTo>
                    <a:pt x="101463" y="278207"/>
                  </a:lnTo>
                  <a:lnTo>
                    <a:pt x="126684" y="240478"/>
                  </a:lnTo>
                  <a:lnTo>
                    <a:pt x="154264" y="204947"/>
                  </a:lnTo>
                  <a:lnTo>
                    <a:pt x="184075" y="171756"/>
                  </a:lnTo>
                  <a:lnTo>
                    <a:pt x="215987" y="141050"/>
                  </a:lnTo>
                  <a:lnTo>
                    <a:pt x="249874" y="112969"/>
                  </a:lnTo>
                  <a:lnTo>
                    <a:pt x="285607" y="87658"/>
                  </a:lnTo>
                  <a:lnTo>
                    <a:pt x="323058" y="65258"/>
                  </a:lnTo>
                  <a:lnTo>
                    <a:pt x="362098" y="45913"/>
                  </a:lnTo>
                  <a:lnTo>
                    <a:pt x="402599" y="29765"/>
                  </a:lnTo>
                  <a:lnTo>
                    <a:pt x="444434" y="16957"/>
                  </a:lnTo>
                  <a:lnTo>
                    <a:pt x="487474" y="7631"/>
                  </a:lnTo>
                  <a:lnTo>
                    <a:pt x="531591" y="1931"/>
                  </a:lnTo>
                  <a:lnTo>
                    <a:pt x="576656" y="0"/>
                  </a:lnTo>
                  <a:lnTo>
                    <a:pt x="3587801" y="0"/>
                  </a:lnTo>
                  <a:lnTo>
                    <a:pt x="3632866" y="1931"/>
                  </a:lnTo>
                  <a:lnTo>
                    <a:pt x="3676983" y="7631"/>
                  </a:lnTo>
                  <a:lnTo>
                    <a:pt x="3720023" y="16957"/>
                  </a:lnTo>
                  <a:lnTo>
                    <a:pt x="3761858" y="29765"/>
                  </a:lnTo>
                  <a:lnTo>
                    <a:pt x="3802360" y="45913"/>
                  </a:lnTo>
                  <a:lnTo>
                    <a:pt x="3841400" y="65259"/>
                  </a:lnTo>
                  <a:lnTo>
                    <a:pt x="3878851" y="87659"/>
                  </a:lnTo>
                  <a:lnTo>
                    <a:pt x="3914584" y="112971"/>
                  </a:lnTo>
                  <a:lnTo>
                    <a:pt x="3948470" y="141052"/>
                  </a:lnTo>
                  <a:lnTo>
                    <a:pt x="3980382" y="171759"/>
                  </a:lnTo>
                  <a:lnTo>
                    <a:pt x="4010192" y="204950"/>
                  </a:lnTo>
                  <a:lnTo>
                    <a:pt x="4037771" y="240481"/>
                  </a:lnTo>
                  <a:lnTo>
                    <a:pt x="4062991" y="278211"/>
                  </a:lnTo>
                  <a:lnTo>
                    <a:pt x="4085724" y="317996"/>
                  </a:lnTo>
                  <a:lnTo>
                    <a:pt x="4105842" y="359693"/>
                  </a:lnTo>
                  <a:lnTo>
                    <a:pt x="4123216" y="403160"/>
                  </a:lnTo>
                  <a:lnTo>
                    <a:pt x="4137719" y="448253"/>
                  </a:lnTo>
                  <a:lnTo>
                    <a:pt x="4149221" y="494832"/>
                  </a:lnTo>
                  <a:lnTo>
                    <a:pt x="4157596" y="542751"/>
                  </a:lnTo>
                  <a:lnTo>
                    <a:pt x="4162282" y="587591"/>
                  </a:lnTo>
                </a:path>
              </a:pathLst>
            </a:custGeom>
            <a:ln w="133350">
              <a:solidFill>
                <a:srgbClr val="9397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034472" y="7152147"/>
              <a:ext cx="974725" cy="840740"/>
            </a:xfrm>
            <a:custGeom>
              <a:avLst/>
              <a:gdLst/>
              <a:ahLst/>
              <a:cxnLst/>
              <a:rect l="l" t="t" r="r" b="b"/>
              <a:pathLst>
                <a:path w="974725" h="840740">
                  <a:moveTo>
                    <a:pt x="416315" y="0"/>
                  </a:moveTo>
                  <a:lnTo>
                    <a:pt x="445201" y="0"/>
                  </a:lnTo>
                  <a:lnTo>
                    <a:pt x="556473" y="3825"/>
                  </a:lnTo>
                  <a:lnTo>
                    <a:pt x="605280" y="6636"/>
                  </a:lnTo>
                  <a:lnTo>
                    <a:pt x="652423" y="14860"/>
                  </a:lnTo>
                  <a:lnTo>
                    <a:pt x="697590" y="28186"/>
                  </a:lnTo>
                  <a:lnTo>
                    <a:pt x="740469" y="46300"/>
                  </a:lnTo>
                  <a:lnTo>
                    <a:pt x="780747" y="68890"/>
                  </a:lnTo>
                  <a:lnTo>
                    <a:pt x="818112" y="95644"/>
                  </a:lnTo>
                  <a:lnTo>
                    <a:pt x="852251" y="126248"/>
                  </a:lnTo>
                  <a:lnTo>
                    <a:pt x="882852" y="160390"/>
                  </a:lnTo>
                  <a:lnTo>
                    <a:pt x="909602" y="197758"/>
                  </a:lnTo>
                  <a:lnTo>
                    <a:pt x="932189" y="238039"/>
                  </a:lnTo>
                  <a:lnTo>
                    <a:pt x="950301" y="280920"/>
                  </a:lnTo>
                  <a:lnTo>
                    <a:pt x="963625" y="326089"/>
                  </a:lnTo>
                  <a:lnTo>
                    <a:pt x="971848" y="373234"/>
                  </a:lnTo>
                  <a:lnTo>
                    <a:pt x="974674" y="422041"/>
                  </a:lnTo>
                  <a:lnTo>
                    <a:pt x="971848" y="470848"/>
                  </a:lnTo>
                  <a:lnTo>
                    <a:pt x="963625" y="517992"/>
                  </a:lnTo>
                  <a:lnTo>
                    <a:pt x="950301" y="563162"/>
                  </a:lnTo>
                  <a:lnTo>
                    <a:pt x="932189" y="606043"/>
                  </a:lnTo>
                  <a:lnTo>
                    <a:pt x="909602" y="646324"/>
                  </a:lnTo>
                  <a:lnTo>
                    <a:pt x="882852" y="683692"/>
                  </a:lnTo>
                  <a:lnTo>
                    <a:pt x="852251" y="717834"/>
                  </a:lnTo>
                  <a:lnTo>
                    <a:pt x="818112" y="748438"/>
                  </a:lnTo>
                  <a:lnTo>
                    <a:pt x="780747" y="775191"/>
                  </a:lnTo>
                  <a:lnTo>
                    <a:pt x="740469" y="797781"/>
                  </a:lnTo>
                  <a:lnTo>
                    <a:pt x="697590" y="815896"/>
                  </a:lnTo>
                  <a:lnTo>
                    <a:pt x="652423" y="829221"/>
                  </a:lnTo>
                  <a:lnTo>
                    <a:pt x="605280" y="837446"/>
                  </a:lnTo>
                  <a:lnTo>
                    <a:pt x="556473" y="840245"/>
                  </a:lnTo>
                  <a:lnTo>
                    <a:pt x="417271" y="840245"/>
                  </a:lnTo>
                  <a:lnTo>
                    <a:pt x="0" y="418200"/>
                  </a:lnTo>
                  <a:lnTo>
                    <a:pt x="416315" y="0"/>
                  </a:lnTo>
                  <a:close/>
                </a:path>
              </a:pathLst>
            </a:custGeom>
            <a:solidFill>
              <a:srgbClr val="9397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" name="object 4"/>
          <p:cNvGrpSpPr/>
          <p:nvPr/>
        </p:nvGrpSpPr>
        <p:grpSpPr>
          <a:xfrm>
            <a:off x="8675016" y="6749492"/>
            <a:ext cx="530225" cy="525780"/>
            <a:chOff x="8675016" y="6749492"/>
            <a:chExt cx="530225" cy="525780"/>
          </a:xfrm>
        </p:grpSpPr>
        <p:pic>
          <p:nvPicPr>
            <p:cNvPr id="5" name="object 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675016" y="6749492"/>
              <a:ext cx="530039" cy="52564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675187" y="7091839"/>
              <a:ext cx="143796" cy="18124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762706" y="7179339"/>
              <a:ext cx="100010" cy="9579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902653" y="6883718"/>
              <a:ext cx="124037" cy="212160"/>
            </a:xfrm>
            <a:prstGeom prst="rect">
              <a:avLst/>
            </a:prstGeom>
          </p:spPr>
        </p:pic>
      </p:grpSp>
      <p:grpSp>
        <p:nvGrpSpPr>
          <p:cNvPr id="19" name="object 19"/>
          <p:cNvGrpSpPr/>
          <p:nvPr/>
        </p:nvGrpSpPr>
        <p:grpSpPr>
          <a:xfrm>
            <a:off x="7780289" y="2690461"/>
            <a:ext cx="6313805" cy="5539105"/>
            <a:chOff x="7717916" y="2637141"/>
            <a:chExt cx="6313805" cy="5539105"/>
          </a:xfrm>
        </p:grpSpPr>
        <p:pic>
          <p:nvPicPr>
            <p:cNvPr id="20" name="object 2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695140" y="3589507"/>
              <a:ext cx="361895" cy="542818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717916" y="2637141"/>
              <a:ext cx="6313322" cy="5538980"/>
            </a:xfrm>
            <a:prstGeom prst="rect">
              <a:avLst/>
            </a:prstGeom>
          </p:spPr>
        </p:pic>
      </p:grpSp>
      <p:sp>
        <p:nvSpPr>
          <p:cNvPr id="57" name="object 57"/>
          <p:cNvSpPr txBox="1"/>
          <p:nvPr/>
        </p:nvSpPr>
        <p:spPr>
          <a:xfrm>
            <a:off x="9512635" y="3028315"/>
            <a:ext cx="608965" cy="6153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850" b="1" spc="110" dirty="0">
                <a:solidFill>
                  <a:srgbClr val="FFFFFF"/>
                </a:solidFill>
                <a:latin typeface="Century Gothic"/>
                <a:cs typeface="Century Gothic"/>
              </a:rPr>
              <a:t>07</a:t>
            </a:r>
            <a:endParaRPr sz="3850">
              <a:latin typeface="Century Gothic"/>
              <a:cs typeface="Century Gothic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3667455" y="4448710"/>
            <a:ext cx="643255" cy="6153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850" b="1" spc="240" dirty="0">
                <a:solidFill>
                  <a:srgbClr val="FFFFFF"/>
                </a:solidFill>
                <a:latin typeface="Century Gothic"/>
                <a:cs typeface="Century Gothic"/>
              </a:rPr>
              <a:t>03</a:t>
            </a:r>
            <a:endParaRPr sz="3850">
              <a:latin typeface="Century Gothic"/>
              <a:cs typeface="Century Gothic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9721209" y="4413872"/>
            <a:ext cx="664210" cy="6153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850" b="1" spc="325" dirty="0">
                <a:solidFill>
                  <a:srgbClr val="FFFFFF"/>
                </a:solidFill>
                <a:latin typeface="Century Gothic"/>
                <a:cs typeface="Century Gothic"/>
              </a:rPr>
              <a:t>08</a:t>
            </a:r>
            <a:endParaRPr sz="3850">
              <a:latin typeface="Century Gothic"/>
              <a:cs typeface="Century Gothic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4110969" y="5874473"/>
            <a:ext cx="678815" cy="6153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850" b="1" spc="380" dirty="0">
                <a:solidFill>
                  <a:srgbClr val="FFFFFF"/>
                </a:solidFill>
                <a:latin typeface="Century Gothic"/>
                <a:cs typeface="Century Gothic"/>
              </a:rPr>
              <a:t>04</a:t>
            </a:r>
            <a:endParaRPr sz="3850">
              <a:latin typeface="Century Gothic"/>
              <a:cs typeface="Century Gothic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9102709" y="5845914"/>
            <a:ext cx="648335" cy="6153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850" b="1" spc="260" dirty="0">
                <a:solidFill>
                  <a:srgbClr val="FFFFFF"/>
                </a:solidFill>
                <a:latin typeface="Century Gothic"/>
                <a:cs typeface="Century Gothic"/>
              </a:rPr>
              <a:t>09</a:t>
            </a:r>
            <a:endParaRPr sz="3850">
              <a:latin typeface="Century Gothic"/>
              <a:cs typeface="Century Gothic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0" y="7057418"/>
            <a:ext cx="12758420" cy="3229610"/>
            <a:chOff x="0" y="7057418"/>
            <a:chExt cx="12758420" cy="3229610"/>
          </a:xfrm>
        </p:grpSpPr>
        <p:sp>
          <p:nvSpPr>
            <p:cNvPr id="40" name="object 40"/>
            <p:cNvSpPr/>
            <p:nvPr/>
          </p:nvSpPr>
          <p:spPr>
            <a:xfrm>
              <a:off x="6415521" y="7057418"/>
              <a:ext cx="1467485" cy="1369060"/>
            </a:xfrm>
            <a:custGeom>
              <a:avLst/>
              <a:gdLst/>
              <a:ahLst/>
              <a:cxnLst/>
              <a:rect l="l" t="t" r="r" b="b"/>
              <a:pathLst>
                <a:path w="1467484" h="1369059">
                  <a:moveTo>
                    <a:pt x="1466886" y="469280"/>
                  </a:moveTo>
                  <a:lnTo>
                    <a:pt x="1466886" y="1194901"/>
                  </a:lnTo>
                  <a:lnTo>
                    <a:pt x="1466660" y="1201891"/>
                  </a:lnTo>
                  <a:lnTo>
                    <a:pt x="1455932" y="1242040"/>
                  </a:lnTo>
                  <a:lnTo>
                    <a:pt x="1430648" y="1275065"/>
                  </a:lnTo>
                  <a:lnTo>
                    <a:pt x="1272835" y="1368713"/>
                  </a:lnTo>
                  <a:lnTo>
                    <a:pt x="1272835" y="719794"/>
                  </a:lnTo>
                  <a:lnTo>
                    <a:pt x="1272372" y="706210"/>
                  </a:lnTo>
                  <a:lnTo>
                    <a:pt x="1265717" y="666156"/>
                  </a:lnTo>
                  <a:lnTo>
                    <a:pt x="1251428" y="628168"/>
                  </a:lnTo>
                  <a:lnTo>
                    <a:pt x="1230009" y="593642"/>
                  </a:lnTo>
                  <a:lnTo>
                    <a:pt x="1202290" y="563954"/>
                  </a:lnTo>
                  <a:lnTo>
                    <a:pt x="1169384" y="540267"/>
                  </a:lnTo>
                  <a:lnTo>
                    <a:pt x="836839" y="347916"/>
                  </a:lnTo>
                  <a:lnTo>
                    <a:pt x="799921" y="331200"/>
                  </a:lnTo>
                  <a:lnTo>
                    <a:pt x="760408" y="321995"/>
                  </a:lnTo>
                  <a:lnTo>
                    <a:pt x="733415" y="320236"/>
                  </a:lnTo>
                  <a:lnTo>
                    <a:pt x="719861" y="320676"/>
                  </a:lnTo>
                  <a:lnTo>
                    <a:pt x="679889" y="327271"/>
                  </a:lnTo>
                  <a:lnTo>
                    <a:pt x="641959" y="341524"/>
                  </a:lnTo>
                  <a:lnTo>
                    <a:pt x="297446" y="540267"/>
                  </a:lnTo>
                  <a:lnTo>
                    <a:pt x="264534" y="563947"/>
                  </a:lnTo>
                  <a:lnTo>
                    <a:pt x="236808" y="593633"/>
                  </a:lnTo>
                  <a:lnTo>
                    <a:pt x="215386" y="628166"/>
                  </a:lnTo>
                  <a:lnTo>
                    <a:pt x="201095" y="666156"/>
                  </a:lnTo>
                  <a:lnTo>
                    <a:pt x="194439" y="706210"/>
                  </a:lnTo>
                  <a:lnTo>
                    <a:pt x="193977" y="719794"/>
                  </a:lnTo>
                  <a:lnTo>
                    <a:pt x="193977" y="1368804"/>
                  </a:lnTo>
                  <a:lnTo>
                    <a:pt x="53105" y="1287321"/>
                  </a:lnTo>
                  <a:lnTo>
                    <a:pt x="21927" y="1259879"/>
                  </a:lnTo>
                  <a:lnTo>
                    <a:pt x="3605" y="1222581"/>
                  </a:lnTo>
                  <a:lnTo>
                    <a:pt x="0" y="1194992"/>
                  </a:lnTo>
                  <a:lnTo>
                    <a:pt x="0" y="469372"/>
                  </a:lnTo>
                  <a:lnTo>
                    <a:pt x="8087" y="428582"/>
                  </a:lnTo>
                  <a:lnTo>
                    <a:pt x="31148" y="394007"/>
                  </a:lnTo>
                  <a:lnTo>
                    <a:pt x="680300" y="14343"/>
                  </a:lnTo>
                  <a:lnTo>
                    <a:pt x="719591" y="925"/>
                  </a:lnTo>
                  <a:lnTo>
                    <a:pt x="733475" y="0"/>
                  </a:lnTo>
                  <a:lnTo>
                    <a:pt x="740449" y="226"/>
                  </a:lnTo>
                  <a:lnTo>
                    <a:pt x="780522" y="10958"/>
                  </a:lnTo>
                  <a:lnTo>
                    <a:pt x="1413707" y="376970"/>
                  </a:lnTo>
                  <a:lnTo>
                    <a:pt x="1444914" y="404390"/>
                  </a:lnTo>
                  <a:lnTo>
                    <a:pt x="1463266" y="441692"/>
                  </a:lnTo>
                  <a:lnTo>
                    <a:pt x="1466660" y="462291"/>
                  </a:lnTo>
                  <a:lnTo>
                    <a:pt x="1466886" y="469280"/>
                  </a:lnTo>
                  <a:close/>
                </a:path>
              </a:pathLst>
            </a:custGeom>
            <a:solidFill>
              <a:srgbClr val="FDC7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025383" y="7470812"/>
              <a:ext cx="5562600" cy="2816225"/>
            </a:xfrm>
            <a:custGeom>
              <a:avLst/>
              <a:gdLst/>
              <a:ahLst/>
              <a:cxnLst/>
              <a:rect l="l" t="t" r="r" b="b"/>
              <a:pathLst>
                <a:path w="5562600" h="2816225">
                  <a:moveTo>
                    <a:pt x="4559084" y="1907489"/>
                  </a:moveTo>
                  <a:lnTo>
                    <a:pt x="4557357" y="1857743"/>
                  </a:lnTo>
                  <a:lnTo>
                    <a:pt x="4552289" y="1809026"/>
                  </a:lnTo>
                  <a:lnTo>
                    <a:pt x="4543984" y="1761515"/>
                  </a:lnTo>
                  <a:lnTo>
                    <a:pt x="4532579" y="1715325"/>
                  </a:lnTo>
                  <a:lnTo>
                    <a:pt x="4518190" y="1670608"/>
                  </a:lnTo>
                  <a:lnTo>
                    <a:pt x="4500969" y="1627505"/>
                  </a:lnTo>
                  <a:lnTo>
                    <a:pt x="4481017" y="1586166"/>
                  </a:lnTo>
                  <a:lnTo>
                    <a:pt x="4458474" y="1546720"/>
                  </a:lnTo>
                  <a:lnTo>
                    <a:pt x="4433468" y="1509306"/>
                  </a:lnTo>
                  <a:lnTo>
                    <a:pt x="4406112" y="1474076"/>
                  </a:lnTo>
                  <a:lnTo>
                    <a:pt x="4376559" y="1441157"/>
                  </a:lnTo>
                  <a:lnTo>
                    <a:pt x="4344911" y="1410716"/>
                  </a:lnTo>
                  <a:lnTo>
                    <a:pt x="4311307" y="1382864"/>
                  </a:lnTo>
                  <a:lnTo>
                    <a:pt x="4275887" y="1357769"/>
                  </a:lnTo>
                  <a:lnTo>
                    <a:pt x="4238739" y="1335557"/>
                  </a:lnTo>
                  <a:lnTo>
                    <a:pt x="4200029" y="1316380"/>
                  </a:lnTo>
                  <a:lnTo>
                    <a:pt x="4159872" y="1300365"/>
                  </a:lnTo>
                  <a:lnTo>
                    <a:pt x="4118394" y="1287665"/>
                  </a:lnTo>
                  <a:lnTo>
                    <a:pt x="4075709" y="1278420"/>
                  </a:lnTo>
                  <a:lnTo>
                    <a:pt x="4031970" y="1272768"/>
                  </a:lnTo>
                  <a:lnTo>
                    <a:pt x="3987279" y="1270850"/>
                  </a:lnTo>
                  <a:lnTo>
                    <a:pt x="571792" y="1270850"/>
                  </a:lnTo>
                  <a:lnTo>
                    <a:pt x="527113" y="1272768"/>
                  </a:lnTo>
                  <a:lnTo>
                    <a:pt x="483362" y="1278420"/>
                  </a:lnTo>
                  <a:lnTo>
                    <a:pt x="440690" y="1287665"/>
                  </a:lnTo>
                  <a:lnTo>
                    <a:pt x="399211" y="1300365"/>
                  </a:lnTo>
                  <a:lnTo>
                    <a:pt x="359041" y="1316380"/>
                  </a:lnTo>
                  <a:lnTo>
                    <a:pt x="320332" y="1335557"/>
                  </a:lnTo>
                  <a:lnTo>
                    <a:pt x="283197" y="1357769"/>
                  </a:lnTo>
                  <a:lnTo>
                    <a:pt x="247764" y="1382864"/>
                  </a:lnTo>
                  <a:lnTo>
                    <a:pt x="214172" y="1410716"/>
                  </a:lnTo>
                  <a:lnTo>
                    <a:pt x="182524" y="1441157"/>
                  </a:lnTo>
                  <a:lnTo>
                    <a:pt x="152958" y="1474076"/>
                  </a:lnTo>
                  <a:lnTo>
                    <a:pt x="125615" y="1509306"/>
                  </a:lnTo>
                  <a:lnTo>
                    <a:pt x="100609" y="1546720"/>
                  </a:lnTo>
                  <a:lnTo>
                    <a:pt x="78066" y="1586166"/>
                  </a:lnTo>
                  <a:lnTo>
                    <a:pt x="58115" y="1627505"/>
                  </a:lnTo>
                  <a:lnTo>
                    <a:pt x="40894" y="1670608"/>
                  </a:lnTo>
                  <a:lnTo>
                    <a:pt x="26504" y="1715325"/>
                  </a:lnTo>
                  <a:lnTo>
                    <a:pt x="15100" y="1761515"/>
                  </a:lnTo>
                  <a:lnTo>
                    <a:pt x="6794" y="1809026"/>
                  </a:lnTo>
                  <a:lnTo>
                    <a:pt x="1714" y="1857743"/>
                  </a:lnTo>
                  <a:lnTo>
                    <a:pt x="0" y="1907489"/>
                  </a:lnTo>
                  <a:lnTo>
                    <a:pt x="1714" y="1957247"/>
                  </a:lnTo>
                  <a:lnTo>
                    <a:pt x="6794" y="2005952"/>
                  </a:lnTo>
                  <a:lnTo>
                    <a:pt x="15100" y="2053463"/>
                  </a:lnTo>
                  <a:lnTo>
                    <a:pt x="26504" y="2099652"/>
                  </a:lnTo>
                  <a:lnTo>
                    <a:pt x="40894" y="2144357"/>
                  </a:lnTo>
                  <a:lnTo>
                    <a:pt x="58115" y="2187460"/>
                  </a:lnTo>
                  <a:lnTo>
                    <a:pt x="78066" y="2228812"/>
                  </a:lnTo>
                  <a:lnTo>
                    <a:pt x="100609" y="2268258"/>
                  </a:lnTo>
                  <a:lnTo>
                    <a:pt x="125615" y="2305672"/>
                  </a:lnTo>
                  <a:lnTo>
                    <a:pt x="152958" y="2340902"/>
                  </a:lnTo>
                  <a:lnTo>
                    <a:pt x="182524" y="2373807"/>
                  </a:lnTo>
                  <a:lnTo>
                    <a:pt x="214172" y="2404262"/>
                  </a:lnTo>
                  <a:lnTo>
                    <a:pt x="247764" y="2432100"/>
                  </a:lnTo>
                  <a:lnTo>
                    <a:pt x="283197" y="2457208"/>
                  </a:lnTo>
                  <a:lnTo>
                    <a:pt x="320332" y="2479421"/>
                  </a:lnTo>
                  <a:lnTo>
                    <a:pt x="359041" y="2498598"/>
                  </a:lnTo>
                  <a:lnTo>
                    <a:pt x="399211" y="2514612"/>
                  </a:lnTo>
                  <a:lnTo>
                    <a:pt x="440690" y="2527312"/>
                  </a:lnTo>
                  <a:lnTo>
                    <a:pt x="483362" y="2536558"/>
                  </a:lnTo>
                  <a:lnTo>
                    <a:pt x="527113" y="2542209"/>
                  </a:lnTo>
                  <a:lnTo>
                    <a:pt x="571792" y="2544127"/>
                  </a:lnTo>
                  <a:lnTo>
                    <a:pt x="3987279" y="2544127"/>
                  </a:lnTo>
                  <a:lnTo>
                    <a:pt x="4031970" y="2542209"/>
                  </a:lnTo>
                  <a:lnTo>
                    <a:pt x="4075709" y="2536558"/>
                  </a:lnTo>
                  <a:lnTo>
                    <a:pt x="4118394" y="2527312"/>
                  </a:lnTo>
                  <a:lnTo>
                    <a:pt x="4159872" y="2514612"/>
                  </a:lnTo>
                  <a:lnTo>
                    <a:pt x="4200029" y="2498598"/>
                  </a:lnTo>
                  <a:lnTo>
                    <a:pt x="4238739" y="2479421"/>
                  </a:lnTo>
                  <a:lnTo>
                    <a:pt x="4275887" y="2457208"/>
                  </a:lnTo>
                  <a:lnTo>
                    <a:pt x="4311307" y="2432100"/>
                  </a:lnTo>
                  <a:lnTo>
                    <a:pt x="4344911" y="2404262"/>
                  </a:lnTo>
                  <a:lnTo>
                    <a:pt x="4376559" y="2373807"/>
                  </a:lnTo>
                  <a:lnTo>
                    <a:pt x="4406112" y="2340902"/>
                  </a:lnTo>
                  <a:lnTo>
                    <a:pt x="4433468" y="2305672"/>
                  </a:lnTo>
                  <a:lnTo>
                    <a:pt x="4458474" y="2268258"/>
                  </a:lnTo>
                  <a:lnTo>
                    <a:pt x="4481017" y="2228812"/>
                  </a:lnTo>
                  <a:lnTo>
                    <a:pt x="4500969" y="2187460"/>
                  </a:lnTo>
                  <a:lnTo>
                    <a:pt x="4518190" y="2144357"/>
                  </a:lnTo>
                  <a:lnTo>
                    <a:pt x="4532579" y="2099652"/>
                  </a:lnTo>
                  <a:lnTo>
                    <a:pt x="4543984" y="2053463"/>
                  </a:lnTo>
                  <a:lnTo>
                    <a:pt x="4552289" y="2005952"/>
                  </a:lnTo>
                  <a:lnTo>
                    <a:pt x="4557357" y="1957247"/>
                  </a:lnTo>
                  <a:lnTo>
                    <a:pt x="4559084" y="1907489"/>
                  </a:lnTo>
                  <a:close/>
                </a:path>
                <a:path w="5562600" h="2816225">
                  <a:moveTo>
                    <a:pt x="5562549" y="278549"/>
                  </a:moveTo>
                  <a:lnTo>
                    <a:pt x="5545569" y="237375"/>
                  </a:lnTo>
                  <a:lnTo>
                    <a:pt x="5152644" y="7810"/>
                  </a:lnTo>
                  <a:lnTo>
                    <a:pt x="5123612" y="0"/>
                  </a:lnTo>
                  <a:lnTo>
                    <a:pt x="5115966" y="495"/>
                  </a:lnTo>
                  <a:lnTo>
                    <a:pt x="4713706" y="228142"/>
                  </a:lnTo>
                  <a:lnTo>
                    <a:pt x="4686617" y="263474"/>
                  </a:lnTo>
                  <a:lnTo>
                    <a:pt x="4684674" y="278549"/>
                  </a:lnTo>
                  <a:lnTo>
                    <a:pt x="4684674" y="2641346"/>
                  </a:lnTo>
                  <a:lnTo>
                    <a:pt x="4701654" y="2682506"/>
                  </a:lnTo>
                  <a:lnTo>
                    <a:pt x="4928832" y="2816187"/>
                  </a:lnTo>
                  <a:lnTo>
                    <a:pt x="5318391" y="2816187"/>
                  </a:lnTo>
                  <a:lnTo>
                    <a:pt x="5533517" y="2691739"/>
                  </a:lnTo>
                  <a:lnTo>
                    <a:pt x="5560606" y="2656408"/>
                  </a:lnTo>
                  <a:lnTo>
                    <a:pt x="5562549" y="2641346"/>
                  </a:lnTo>
                  <a:lnTo>
                    <a:pt x="5562549" y="278549"/>
                  </a:lnTo>
                  <a:close/>
                </a:path>
              </a:pathLst>
            </a:custGeom>
            <a:solidFill>
              <a:srgbClr val="FAE9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025390" y="8741663"/>
              <a:ext cx="4559300" cy="1273810"/>
            </a:xfrm>
            <a:custGeom>
              <a:avLst/>
              <a:gdLst/>
              <a:ahLst/>
              <a:cxnLst/>
              <a:rect l="l" t="t" r="r" b="b"/>
              <a:pathLst>
                <a:path w="4559300" h="1273809">
                  <a:moveTo>
                    <a:pt x="3987212" y="0"/>
                  </a:moveTo>
                  <a:lnTo>
                    <a:pt x="4031897" y="1906"/>
                  </a:lnTo>
                  <a:lnTo>
                    <a:pt x="4075642" y="7552"/>
                  </a:lnTo>
                  <a:lnTo>
                    <a:pt x="4118321" y="16793"/>
                  </a:lnTo>
                  <a:lnTo>
                    <a:pt x="4159806" y="29487"/>
                  </a:lnTo>
                  <a:lnTo>
                    <a:pt x="4199970" y="45493"/>
                  </a:lnTo>
                  <a:lnTo>
                    <a:pt x="4238685" y="64671"/>
                  </a:lnTo>
                  <a:lnTo>
                    <a:pt x="4275825" y="86878"/>
                  </a:lnTo>
                  <a:lnTo>
                    <a:pt x="4311262" y="111973"/>
                  </a:lnTo>
                  <a:lnTo>
                    <a:pt x="4344869" y="139815"/>
                  </a:lnTo>
                  <a:lnTo>
                    <a:pt x="4376518" y="170261"/>
                  </a:lnTo>
                  <a:lnTo>
                    <a:pt x="4406082" y="203172"/>
                  </a:lnTo>
                  <a:lnTo>
                    <a:pt x="4433435" y="238404"/>
                  </a:lnTo>
                  <a:lnTo>
                    <a:pt x="4458448" y="275816"/>
                  </a:lnTo>
                  <a:lnTo>
                    <a:pt x="4480995" y="315267"/>
                  </a:lnTo>
                  <a:lnTo>
                    <a:pt x="4500948" y="356616"/>
                  </a:lnTo>
                  <a:lnTo>
                    <a:pt x="4518181" y="399720"/>
                  </a:lnTo>
                  <a:lnTo>
                    <a:pt x="4532565" y="444437"/>
                  </a:lnTo>
                  <a:lnTo>
                    <a:pt x="4543975" y="490627"/>
                  </a:lnTo>
                  <a:lnTo>
                    <a:pt x="4552282" y="538148"/>
                  </a:lnTo>
                  <a:lnTo>
                    <a:pt x="4557360" y="586858"/>
                  </a:lnTo>
                  <a:lnTo>
                    <a:pt x="4559082" y="636615"/>
                  </a:lnTo>
                  <a:lnTo>
                    <a:pt x="4557362" y="686372"/>
                  </a:lnTo>
                  <a:lnTo>
                    <a:pt x="4552286" y="735082"/>
                  </a:lnTo>
                  <a:lnTo>
                    <a:pt x="4543980" y="782603"/>
                  </a:lnTo>
                  <a:lnTo>
                    <a:pt x="4532572" y="828794"/>
                  </a:lnTo>
                  <a:lnTo>
                    <a:pt x="4518188" y="873512"/>
                  </a:lnTo>
                  <a:lnTo>
                    <a:pt x="4500957" y="916617"/>
                  </a:lnTo>
                  <a:lnTo>
                    <a:pt x="4481004" y="957967"/>
                  </a:lnTo>
                  <a:lnTo>
                    <a:pt x="4458458" y="997420"/>
                  </a:lnTo>
                  <a:lnTo>
                    <a:pt x="4433446" y="1034834"/>
                  </a:lnTo>
                  <a:lnTo>
                    <a:pt x="4406094" y="1070068"/>
                  </a:lnTo>
                  <a:lnTo>
                    <a:pt x="4376530" y="1102981"/>
                  </a:lnTo>
                  <a:lnTo>
                    <a:pt x="4344881" y="1133430"/>
                  </a:lnTo>
                  <a:lnTo>
                    <a:pt x="4311274" y="1161275"/>
                  </a:lnTo>
                  <a:lnTo>
                    <a:pt x="4275837" y="1186373"/>
                  </a:lnTo>
                  <a:lnTo>
                    <a:pt x="4238696" y="1208583"/>
                  </a:lnTo>
                  <a:lnTo>
                    <a:pt x="4199980" y="1227763"/>
                  </a:lnTo>
                  <a:lnTo>
                    <a:pt x="4159814" y="1243773"/>
                  </a:lnTo>
                  <a:lnTo>
                    <a:pt x="4118327" y="1256469"/>
                  </a:lnTo>
                  <a:lnTo>
                    <a:pt x="4075646" y="1265711"/>
                  </a:lnTo>
                  <a:lnTo>
                    <a:pt x="4031898" y="1271358"/>
                  </a:lnTo>
                  <a:lnTo>
                    <a:pt x="3987212" y="1273271"/>
                  </a:lnTo>
                  <a:lnTo>
                    <a:pt x="571832" y="1273273"/>
                  </a:lnTo>
                  <a:lnTo>
                    <a:pt x="527143" y="1271360"/>
                  </a:lnTo>
                  <a:lnTo>
                    <a:pt x="483395" y="1265710"/>
                  </a:lnTo>
                  <a:lnTo>
                    <a:pt x="440714" y="1256465"/>
                  </a:lnTo>
                  <a:lnTo>
                    <a:pt x="399228" y="1243765"/>
                  </a:lnTo>
                  <a:lnTo>
                    <a:pt x="359064" y="1227753"/>
                  </a:lnTo>
                  <a:lnTo>
                    <a:pt x="320350" y="1208570"/>
                  </a:lnTo>
                  <a:lnTo>
                    <a:pt x="283212" y="1186357"/>
                  </a:lnTo>
                  <a:lnTo>
                    <a:pt x="247777" y="1161258"/>
                  </a:lnTo>
                  <a:lnTo>
                    <a:pt x="214173" y="1133412"/>
                  </a:lnTo>
                  <a:lnTo>
                    <a:pt x="182527" y="1102961"/>
                  </a:lnTo>
                  <a:lnTo>
                    <a:pt x="152966" y="1070048"/>
                  </a:lnTo>
                  <a:lnTo>
                    <a:pt x="125618" y="1034814"/>
                  </a:lnTo>
                  <a:lnTo>
                    <a:pt x="100608" y="997400"/>
                  </a:lnTo>
                  <a:lnTo>
                    <a:pt x="78065" y="957948"/>
                  </a:lnTo>
                  <a:lnTo>
                    <a:pt x="58115" y="916600"/>
                  </a:lnTo>
                  <a:lnTo>
                    <a:pt x="40886" y="873496"/>
                  </a:lnTo>
                  <a:lnTo>
                    <a:pt x="26504" y="828779"/>
                  </a:lnTo>
                  <a:lnTo>
                    <a:pt x="15098" y="782590"/>
                  </a:lnTo>
                  <a:lnTo>
                    <a:pt x="6793" y="735072"/>
                  </a:lnTo>
                  <a:lnTo>
                    <a:pt x="1718" y="686364"/>
                  </a:lnTo>
                  <a:lnTo>
                    <a:pt x="0" y="636610"/>
                  </a:lnTo>
                  <a:lnTo>
                    <a:pt x="1722" y="586855"/>
                  </a:lnTo>
                  <a:lnTo>
                    <a:pt x="6800" y="538148"/>
                  </a:lnTo>
                  <a:lnTo>
                    <a:pt x="15107" y="490630"/>
                  </a:lnTo>
                  <a:lnTo>
                    <a:pt x="26515" y="444442"/>
                  </a:lnTo>
                  <a:lnTo>
                    <a:pt x="40899" y="399727"/>
                  </a:lnTo>
                  <a:lnTo>
                    <a:pt x="58130" y="356625"/>
                  </a:lnTo>
                  <a:lnTo>
                    <a:pt x="78081" y="315279"/>
                  </a:lnTo>
                  <a:lnTo>
                    <a:pt x="100626" y="275830"/>
                  </a:lnTo>
                  <a:lnTo>
                    <a:pt x="125637" y="238419"/>
                  </a:lnTo>
                  <a:lnTo>
                    <a:pt x="152987" y="203188"/>
                  </a:lnTo>
                  <a:lnTo>
                    <a:pt x="182549" y="170278"/>
                  </a:lnTo>
                  <a:lnTo>
                    <a:pt x="214196" y="139832"/>
                  </a:lnTo>
                  <a:lnTo>
                    <a:pt x="247800" y="111990"/>
                  </a:lnTo>
                  <a:lnTo>
                    <a:pt x="283234" y="86895"/>
                  </a:lnTo>
                  <a:lnTo>
                    <a:pt x="320371" y="64687"/>
                  </a:lnTo>
                  <a:lnTo>
                    <a:pt x="359084" y="45508"/>
                  </a:lnTo>
                  <a:lnTo>
                    <a:pt x="399245" y="29500"/>
                  </a:lnTo>
                  <a:lnTo>
                    <a:pt x="440728" y="16804"/>
                  </a:lnTo>
                  <a:lnTo>
                    <a:pt x="483405" y="7561"/>
                  </a:lnTo>
                  <a:lnTo>
                    <a:pt x="527150" y="1913"/>
                  </a:lnTo>
                  <a:lnTo>
                    <a:pt x="571834" y="0"/>
                  </a:lnTo>
                  <a:lnTo>
                    <a:pt x="3987212" y="0"/>
                  </a:lnTo>
                </a:path>
              </a:pathLst>
            </a:custGeom>
            <a:ln w="133350">
              <a:solidFill>
                <a:srgbClr val="90DE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7719283" y="8714590"/>
              <a:ext cx="4973955" cy="1273810"/>
            </a:xfrm>
            <a:custGeom>
              <a:avLst/>
              <a:gdLst/>
              <a:ahLst/>
              <a:cxnLst/>
              <a:rect l="l" t="t" r="r" b="b"/>
              <a:pathLst>
                <a:path w="4973955" h="1273809">
                  <a:moveTo>
                    <a:pt x="4402368" y="1273266"/>
                  </a:moveTo>
                  <a:lnTo>
                    <a:pt x="571794" y="1273266"/>
                  </a:lnTo>
                  <a:lnTo>
                    <a:pt x="527107" y="1271362"/>
                  </a:lnTo>
                  <a:lnTo>
                    <a:pt x="483361" y="1265710"/>
                  </a:lnTo>
                  <a:lnTo>
                    <a:pt x="440683" y="1256463"/>
                  </a:lnTo>
                  <a:lnTo>
                    <a:pt x="399199" y="1243762"/>
                  </a:lnTo>
                  <a:lnTo>
                    <a:pt x="359038" y="1227750"/>
                  </a:lnTo>
                  <a:lnTo>
                    <a:pt x="320326" y="1208567"/>
                  </a:lnTo>
                  <a:lnTo>
                    <a:pt x="283191" y="1186355"/>
                  </a:lnTo>
                  <a:lnTo>
                    <a:pt x="247759" y="1161256"/>
                  </a:lnTo>
                  <a:lnTo>
                    <a:pt x="214157" y="1133411"/>
                  </a:lnTo>
                  <a:lnTo>
                    <a:pt x="182513" y="1102962"/>
                  </a:lnTo>
                  <a:lnTo>
                    <a:pt x="152954" y="1070050"/>
                  </a:lnTo>
                  <a:lnTo>
                    <a:pt x="125606" y="1034818"/>
                  </a:lnTo>
                  <a:lnTo>
                    <a:pt x="100598" y="997406"/>
                  </a:lnTo>
                  <a:lnTo>
                    <a:pt x="78056" y="957957"/>
                  </a:lnTo>
                  <a:lnTo>
                    <a:pt x="58107" y="916611"/>
                  </a:lnTo>
                  <a:lnTo>
                    <a:pt x="40878" y="873510"/>
                  </a:lnTo>
                  <a:lnTo>
                    <a:pt x="26497" y="828797"/>
                  </a:lnTo>
                  <a:lnTo>
                    <a:pt x="15090" y="782611"/>
                  </a:lnTo>
                  <a:lnTo>
                    <a:pt x="6785" y="735096"/>
                  </a:lnTo>
                  <a:lnTo>
                    <a:pt x="1709" y="686393"/>
                  </a:lnTo>
                  <a:lnTo>
                    <a:pt x="0" y="636642"/>
                  </a:lnTo>
                  <a:lnTo>
                    <a:pt x="1709" y="586888"/>
                  </a:lnTo>
                  <a:lnTo>
                    <a:pt x="6785" y="538181"/>
                  </a:lnTo>
                  <a:lnTo>
                    <a:pt x="15090" y="490663"/>
                  </a:lnTo>
                  <a:lnTo>
                    <a:pt x="26497" y="444476"/>
                  </a:lnTo>
                  <a:lnTo>
                    <a:pt x="40878" y="399761"/>
                  </a:lnTo>
                  <a:lnTo>
                    <a:pt x="58107" y="356660"/>
                  </a:lnTo>
                  <a:lnTo>
                    <a:pt x="78056" y="315314"/>
                  </a:lnTo>
                  <a:lnTo>
                    <a:pt x="100598" y="275865"/>
                  </a:lnTo>
                  <a:lnTo>
                    <a:pt x="125606" y="238453"/>
                  </a:lnTo>
                  <a:lnTo>
                    <a:pt x="152954" y="203222"/>
                  </a:lnTo>
                  <a:lnTo>
                    <a:pt x="182513" y="170312"/>
                  </a:lnTo>
                  <a:lnTo>
                    <a:pt x="214157" y="139864"/>
                  </a:lnTo>
                  <a:lnTo>
                    <a:pt x="247759" y="112021"/>
                  </a:lnTo>
                  <a:lnTo>
                    <a:pt x="283191" y="86923"/>
                  </a:lnTo>
                  <a:lnTo>
                    <a:pt x="320326" y="64712"/>
                  </a:lnTo>
                  <a:lnTo>
                    <a:pt x="359038" y="45531"/>
                  </a:lnTo>
                  <a:lnTo>
                    <a:pt x="399199" y="29519"/>
                  </a:lnTo>
                  <a:lnTo>
                    <a:pt x="440683" y="16820"/>
                  </a:lnTo>
                  <a:lnTo>
                    <a:pt x="483361" y="7573"/>
                  </a:lnTo>
                  <a:lnTo>
                    <a:pt x="527107" y="1922"/>
                  </a:lnTo>
                  <a:lnTo>
                    <a:pt x="571794" y="0"/>
                  </a:lnTo>
                  <a:lnTo>
                    <a:pt x="4402368" y="0"/>
                  </a:lnTo>
                  <a:lnTo>
                    <a:pt x="4447050" y="1922"/>
                  </a:lnTo>
                  <a:lnTo>
                    <a:pt x="4490793" y="7573"/>
                  </a:lnTo>
                  <a:lnTo>
                    <a:pt x="4533467" y="16820"/>
                  </a:lnTo>
                  <a:lnTo>
                    <a:pt x="4574947" y="29519"/>
                  </a:lnTo>
                  <a:lnTo>
                    <a:pt x="4615106" y="45531"/>
                  </a:lnTo>
                  <a:lnTo>
                    <a:pt x="4653815" y="64712"/>
                  </a:lnTo>
                  <a:lnTo>
                    <a:pt x="4690949" y="86923"/>
                  </a:lnTo>
                  <a:lnTo>
                    <a:pt x="4726379" y="112021"/>
                  </a:lnTo>
                  <a:lnTo>
                    <a:pt x="4759979" y="139864"/>
                  </a:lnTo>
                  <a:lnTo>
                    <a:pt x="4791622" y="170312"/>
                  </a:lnTo>
                  <a:lnTo>
                    <a:pt x="4821180" y="203222"/>
                  </a:lnTo>
                  <a:lnTo>
                    <a:pt x="4848527" y="238453"/>
                  </a:lnTo>
                  <a:lnTo>
                    <a:pt x="4873534" y="275865"/>
                  </a:lnTo>
                  <a:lnTo>
                    <a:pt x="4896076" y="315314"/>
                  </a:lnTo>
                  <a:lnTo>
                    <a:pt x="4916025" y="356660"/>
                  </a:lnTo>
                  <a:lnTo>
                    <a:pt x="4933253" y="399761"/>
                  </a:lnTo>
                  <a:lnTo>
                    <a:pt x="4947634" y="444476"/>
                  </a:lnTo>
                  <a:lnTo>
                    <a:pt x="4959041" y="490663"/>
                  </a:lnTo>
                  <a:lnTo>
                    <a:pt x="4967346" y="538181"/>
                  </a:lnTo>
                  <a:lnTo>
                    <a:pt x="4972422" y="586888"/>
                  </a:lnTo>
                  <a:lnTo>
                    <a:pt x="4973696" y="623737"/>
                  </a:lnTo>
                  <a:lnTo>
                    <a:pt x="4973696" y="649546"/>
                  </a:lnTo>
                  <a:lnTo>
                    <a:pt x="4967346" y="735096"/>
                  </a:lnTo>
                  <a:lnTo>
                    <a:pt x="4959041" y="782611"/>
                  </a:lnTo>
                  <a:lnTo>
                    <a:pt x="4947634" y="828797"/>
                  </a:lnTo>
                  <a:lnTo>
                    <a:pt x="4933253" y="873510"/>
                  </a:lnTo>
                  <a:lnTo>
                    <a:pt x="4916025" y="916611"/>
                  </a:lnTo>
                  <a:lnTo>
                    <a:pt x="4896076" y="957957"/>
                  </a:lnTo>
                  <a:lnTo>
                    <a:pt x="4873534" y="997406"/>
                  </a:lnTo>
                  <a:lnTo>
                    <a:pt x="4848527" y="1034818"/>
                  </a:lnTo>
                  <a:lnTo>
                    <a:pt x="4821180" y="1070050"/>
                  </a:lnTo>
                  <a:lnTo>
                    <a:pt x="4791622" y="1102962"/>
                  </a:lnTo>
                  <a:lnTo>
                    <a:pt x="4759979" y="1133411"/>
                  </a:lnTo>
                  <a:lnTo>
                    <a:pt x="4726379" y="1161256"/>
                  </a:lnTo>
                  <a:lnTo>
                    <a:pt x="4690949" y="1186355"/>
                  </a:lnTo>
                  <a:lnTo>
                    <a:pt x="4653815" y="1208567"/>
                  </a:lnTo>
                  <a:lnTo>
                    <a:pt x="4615106" y="1227750"/>
                  </a:lnTo>
                  <a:lnTo>
                    <a:pt x="4574947" y="1243762"/>
                  </a:lnTo>
                  <a:lnTo>
                    <a:pt x="4533467" y="1256463"/>
                  </a:lnTo>
                  <a:lnTo>
                    <a:pt x="4490793" y="1265710"/>
                  </a:lnTo>
                  <a:lnTo>
                    <a:pt x="4447050" y="1271362"/>
                  </a:lnTo>
                  <a:lnTo>
                    <a:pt x="4402368" y="1273266"/>
                  </a:lnTo>
                  <a:close/>
                </a:path>
              </a:pathLst>
            </a:custGeom>
            <a:solidFill>
              <a:srgbClr val="FAE9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7719274" y="8714597"/>
              <a:ext cx="4972050" cy="1273810"/>
            </a:xfrm>
            <a:custGeom>
              <a:avLst/>
              <a:gdLst/>
              <a:ahLst/>
              <a:cxnLst/>
              <a:rect l="l" t="t" r="r" b="b"/>
              <a:pathLst>
                <a:path w="4972050" h="1273809">
                  <a:moveTo>
                    <a:pt x="4971965" y="690050"/>
                  </a:moveTo>
                  <a:lnTo>
                    <a:pt x="4967357" y="735081"/>
                  </a:lnTo>
                  <a:lnTo>
                    <a:pt x="4959051" y="782602"/>
                  </a:lnTo>
                  <a:lnTo>
                    <a:pt x="4947643" y="828793"/>
                  </a:lnTo>
                  <a:lnTo>
                    <a:pt x="4933260" y="873511"/>
                  </a:lnTo>
                  <a:lnTo>
                    <a:pt x="4916028" y="916616"/>
                  </a:lnTo>
                  <a:lnTo>
                    <a:pt x="4896077" y="957966"/>
                  </a:lnTo>
                  <a:lnTo>
                    <a:pt x="4873531" y="997419"/>
                  </a:lnTo>
                  <a:lnTo>
                    <a:pt x="4848519" y="1034833"/>
                  </a:lnTo>
                  <a:lnTo>
                    <a:pt x="4821168" y="1070068"/>
                  </a:lnTo>
                  <a:lnTo>
                    <a:pt x="4791604" y="1102981"/>
                  </a:lnTo>
                  <a:lnTo>
                    <a:pt x="4759956" y="1133431"/>
                  </a:lnTo>
                  <a:lnTo>
                    <a:pt x="4726350" y="1161277"/>
                  </a:lnTo>
                  <a:lnTo>
                    <a:pt x="4690912" y="1186375"/>
                  </a:lnTo>
                  <a:lnTo>
                    <a:pt x="4653772" y="1208586"/>
                  </a:lnTo>
                  <a:lnTo>
                    <a:pt x="4615055" y="1227767"/>
                  </a:lnTo>
                  <a:lnTo>
                    <a:pt x="4574889" y="1243776"/>
                  </a:lnTo>
                  <a:lnTo>
                    <a:pt x="4533402" y="1256472"/>
                  </a:lnTo>
                  <a:lnTo>
                    <a:pt x="4490721" y="1265714"/>
                  </a:lnTo>
                  <a:lnTo>
                    <a:pt x="4446972" y="1271359"/>
                  </a:lnTo>
                  <a:lnTo>
                    <a:pt x="4402286" y="1273271"/>
                  </a:lnTo>
                  <a:lnTo>
                    <a:pt x="571835" y="1273272"/>
                  </a:lnTo>
                  <a:lnTo>
                    <a:pt x="527146" y="1271359"/>
                  </a:lnTo>
                  <a:lnTo>
                    <a:pt x="483398" y="1265709"/>
                  </a:lnTo>
                  <a:lnTo>
                    <a:pt x="440718" y="1256464"/>
                  </a:lnTo>
                  <a:lnTo>
                    <a:pt x="399232" y="1243764"/>
                  </a:lnTo>
                  <a:lnTo>
                    <a:pt x="359068" y="1227752"/>
                  </a:lnTo>
                  <a:lnTo>
                    <a:pt x="320353" y="1208570"/>
                  </a:lnTo>
                  <a:lnTo>
                    <a:pt x="283215" y="1186358"/>
                  </a:lnTo>
                  <a:lnTo>
                    <a:pt x="247780" y="1161258"/>
                  </a:lnTo>
                  <a:lnTo>
                    <a:pt x="214176" y="1133412"/>
                  </a:lnTo>
                  <a:lnTo>
                    <a:pt x="182530" y="1102962"/>
                  </a:lnTo>
                  <a:lnTo>
                    <a:pt x="152968" y="1070049"/>
                  </a:lnTo>
                  <a:lnTo>
                    <a:pt x="125619" y="1034815"/>
                  </a:lnTo>
                  <a:lnTo>
                    <a:pt x="100609" y="997401"/>
                  </a:lnTo>
                  <a:lnTo>
                    <a:pt x="78065" y="957949"/>
                  </a:lnTo>
                  <a:lnTo>
                    <a:pt x="58115" y="916601"/>
                  </a:lnTo>
                  <a:lnTo>
                    <a:pt x="40886" y="873497"/>
                  </a:lnTo>
                  <a:lnTo>
                    <a:pt x="26504" y="828780"/>
                  </a:lnTo>
                  <a:lnTo>
                    <a:pt x="15098" y="782591"/>
                  </a:lnTo>
                  <a:lnTo>
                    <a:pt x="6793" y="735072"/>
                  </a:lnTo>
                  <a:lnTo>
                    <a:pt x="1718" y="686364"/>
                  </a:lnTo>
                  <a:lnTo>
                    <a:pt x="0" y="636610"/>
                  </a:lnTo>
                  <a:lnTo>
                    <a:pt x="1722" y="586855"/>
                  </a:lnTo>
                  <a:lnTo>
                    <a:pt x="6800" y="538147"/>
                  </a:lnTo>
                  <a:lnTo>
                    <a:pt x="15107" y="490629"/>
                  </a:lnTo>
                  <a:lnTo>
                    <a:pt x="26516" y="444442"/>
                  </a:lnTo>
                  <a:lnTo>
                    <a:pt x="40899" y="399726"/>
                  </a:lnTo>
                  <a:lnTo>
                    <a:pt x="58131" y="356624"/>
                  </a:lnTo>
                  <a:lnTo>
                    <a:pt x="78083" y="315278"/>
                  </a:lnTo>
                  <a:lnTo>
                    <a:pt x="100628" y="275828"/>
                  </a:lnTo>
                  <a:lnTo>
                    <a:pt x="125639" y="238417"/>
                  </a:lnTo>
                  <a:lnTo>
                    <a:pt x="152989" y="203187"/>
                  </a:lnTo>
                  <a:lnTo>
                    <a:pt x="182552" y="170277"/>
                  </a:lnTo>
                  <a:lnTo>
                    <a:pt x="214198" y="139831"/>
                  </a:lnTo>
                  <a:lnTo>
                    <a:pt x="247803" y="111990"/>
                  </a:lnTo>
                  <a:lnTo>
                    <a:pt x="283237" y="86894"/>
                  </a:lnTo>
                  <a:lnTo>
                    <a:pt x="320374" y="64687"/>
                  </a:lnTo>
                  <a:lnTo>
                    <a:pt x="359087" y="45508"/>
                  </a:lnTo>
                  <a:lnTo>
                    <a:pt x="399249" y="29500"/>
                  </a:lnTo>
                  <a:lnTo>
                    <a:pt x="440732" y="16804"/>
                  </a:lnTo>
                  <a:lnTo>
                    <a:pt x="483409" y="7562"/>
                  </a:lnTo>
                  <a:lnTo>
                    <a:pt x="527153" y="1913"/>
                  </a:lnTo>
                  <a:lnTo>
                    <a:pt x="571837" y="0"/>
                  </a:lnTo>
                  <a:lnTo>
                    <a:pt x="4402286" y="0"/>
                  </a:lnTo>
                  <a:lnTo>
                    <a:pt x="4446972" y="1903"/>
                  </a:lnTo>
                  <a:lnTo>
                    <a:pt x="4490717" y="7548"/>
                  </a:lnTo>
                  <a:lnTo>
                    <a:pt x="4533397" y="16788"/>
                  </a:lnTo>
                  <a:lnTo>
                    <a:pt x="4574882" y="29482"/>
                  </a:lnTo>
                  <a:lnTo>
                    <a:pt x="4615046" y="45489"/>
                  </a:lnTo>
                  <a:lnTo>
                    <a:pt x="4653761" y="64667"/>
                  </a:lnTo>
                  <a:lnTo>
                    <a:pt x="4690901" y="86875"/>
                  </a:lnTo>
                  <a:lnTo>
                    <a:pt x="4726338" y="111971"/>
                  </a:lnTo>
                  <a:lnTo>
                    <a:pt x="4759944" y="139814"/>
                  </a:lnTo>
                  <a:lnTo>
                    <a:pt x="4791593" y="170261"/>
                  </a:lnTo>
                  <a:lnTo>
                    <a:pt x="4821156" y="203172"/>
                  </a:lnTo>
                  <a:lnTo>
                    <a:pt x="4848508" y="238404"/>
                  </a:lnTo>
                  <a:lnTo>
                    <a:pt x="4873521" y="275817"/>
                  </a:lnTo>
                  <a:lnTo>
                    <a:pt x="4896067" y="315268"/>
                  </a:lnTo>
                  <a:lnTo>
                    <a:pt x="4916020" y="356617"/>
                  </a:lnTo>
                  <a:lnTo>
                    <a:pt x="4933252" y="399720"/>
                  </a:lnTo>
                  <a:lnTo>
                    <a:pt x="4947636" y="444438"/>
                  </a:lnTo>
                  <a:lnTo>
                    <a:pt x="4959045" y="490628"/>
                  </a:lnTo>
                  <a:lnTo>
                    <a:pt x="4967353" y="538148"/>
                  </a:lnTo>
                  <a:lnTo>
                    <a:pt x="4971962" y="583217"/>
                  </a:lnTo>
                </a:path>
              </a:pathLst>
            </a:custGeom>
            <a:ln w="133350">
              <a:solidFill>
                <a:srgbClr val="90DE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0" y="7831149"/>
              <a:ext cx="2098675" cy="2456180"/>
            </a:xfrm>
            <a:custGeom>
              <a:avLst/>
              <a:gdLst/>
              <a:ahLst/>
              <a:cxnLst/>
              <a:rect l="l" t="t" r="r" b="b"/>
              <a:pathLst>
                <a:path w="2098675" h="2456179">
                  <a:moveTo>
                    <a:pt x="130302" y="2455849"/>
                  </a:moveTo>
                  <a:lnTo>
                    <a:pt x="105448" y="2427338"/>
                  </a:lnTo>
                  <a:lnTo>
                    <a:pt x="0" y="2307742"/>
                  </a:lnTo>
                  <a:lnTo>
                    <a:pt x="0" y="2455849"/>
                  </a:lnTo>
                  <a:lnTo>
                    <a:pt x="130302" y="2455849"/>
                  </a:lnTo>
                  <a:close/>
                </a:path>
                <a:path w="2098675" h="2456179">
                  <a:moveTo>
                    <a:pt x="1113764" y="2455849"/>
                  </a:moveTo>
                  <a:lnTo>
                    <a:pt x="862736" y="2151926"/>
                  </a:lnTo>
                  <a:lnTo>
                    <a:pt x="803363" y="2079269"/>
                  </a:lnTo>
                  <a:lnTo>
                    <a:pt x="716622" y="1974964"/>
                  </a:lnTo>
                  <a:lnTo>
                    <a:pt x="697572" y="1951799"/>
                  </a:lnTo>
                  <a:lnTo>
                    <a:pt x="659650" y="1905266"/>
                  </a:lnTo>
                  <a:lnTo>
                    <a:pt x="607047" y="1842287"/>
                  </a:lnTo>
                  <a:lnTo>
                    <a:pt x="64973" y="1184440"/>
                  </a:lnTo>
                  <a:lnTo>
                    <a:pt x="33439" y="1145819"/>
                  </a:lnTo>
                  <a:lnTo>
                    <a:pt x="2082" y="1107059"/>
                  </a:lnTo>
                  <a:lnTo>
                    <a:pt x="0" y="1104506"/>
                  </a:lnTo>
                  <a:lnTo>
                    <a:pt x="0" y="1905088"/>
                  </a:lnTo>
                  <a:lnTo>
                    <a:pt x="454558" y="2455849"/>
                  </a:lnTo>
                  <a:lnTo>
                    <a:pt x="1113764" y="2455849"/>
                  </a:lnTo>
                  <a:close/>
                </a:path>
                <a:path w="2098675" h="2456179">
                  <a:moveTo>
                    <a:pt x="2098459" y="2455849"/>
                  </a:moveTo>
                  <a:lnTo>
                    <a:pt x="2093861" y="2450515"/>
                  </a:lnTo>
                  <a:lnTo>
                    <a:pt x="2073389" y="2426982"/>
                  </a:lnTo>
                  <a:lnTo>
                    <a:pt x="2063242" y="2415082"/>
                  </a:lnTo>
                  <a:lnTo>
                    <a:pt x="2050783" y="2400274"/>
                  </a:lnTo>
                  <a:lnTo>
                    <a:pt x="2026018" y="2370518"/>
                  </a:lnTo>
                  <a:lnTo>
                    <a:pt x="2013572" y="2355710"/>
                  </a:lnTo>
                  <a:lnTo>
                    <a:pt x="2004771" y="2345461"/>
                  </a:lnTo>
                  <a:lnTo>
                    <a:pt x="1995868" y="2335301"/>
                  </a:lnTo>
                  <a:lnTo>
                    <a:pt x="1977898" y="2315032"/>
                  </a:lnTo>
                  <a:lnTo>
                    <a:pt x="1948967" y="2281605"/>
                  </a:lnTo>
                  <a:lnTo>
                    <a:pt x="1939378" y="2270417"/>
                  </a:lnTo>
                  <a:lnTo>
                    <a:pt x="1934248" y="2264295"/>
                  </a:lnTo>
                  <a:lnTo>
                    <a:pt x="1929193" y="2258098"/>
                  </a:lnTo>
                  <a:lnTo>
                    <a:pt x="1924100" y="2251913"/>
                  </a:lnTo>
                  <a:lnTo>
                    <a:pt x="1918868" y="2245842"/>
                  </a:lnTo>
                  <a:lnTo>
                    <a:pt x="1908327" y="2233828"/>
                  </a:lnTo>
                  <a:lnTo>
                    <a:pt x="1897976" y="2221636"/>
                  </a:lnTo>
                  <a:lnTo>
                    <a:pt x="1887804" y="2209279"/>
                  </a:lnTo>
                  <a:lnTo>
                    <a:pt x="1877758" y="2196769"/>
                  </a:lnTo>
                  <a:lnTo>
                    <a:pt x="1869414" y="2186813"/>
                  </a:lnTo>
                  <a:lnTo>
                    <a:pt x="1860816" y="2176970"/>
                  </a:lnTo>
                  <a:lnTo>
                    <a:pt x="1852117" y="2167166"/>
                  </a:lnTo>
                  <a:lnTo>
                    <a:pt x="1843481" y="2157336"/>
                  </a:lnTo>
                  <a:lnTo>
                    <a:pt x="1763268" y="2064143"/>
                  </a:lnTo>
                  <a:lnTo>
                    <a:pt x="1728673" y="2022830"/>
                  </a:lnTo>
                  <a:lnTo>
                    <a:pt x="1710829" y="2001812"/>
                  </a:lnTo>
                  <a:lnTo>
                    <a:pt x="1701698" y="1991156"/>
                  </a:lnTo>
                  <a:lnTo>
                    <a:pt x="1692554" y="1980590"/>
                  </a:lnTo>
                  <a:lnTo>
                    <a:pt x="1671548" y="1956473"/>
                  </a:lnTo>
                  <a:lnTo>
                    <a:pt x="1661185" y="1944306"/>
                  </a:lnTo>
                  <a:lnTo>
                    <a:pt x="1651000" y="1931962"/>
                  </a:lnTo>
                  <a:lnTo>
                    <a:pt x="1641767" y="1920989"/>
                  </a:lnTo>
                  <a:lnTo>
                    <a:pt x="1632267" y="1910245"/>
                  </a:lnTo>
                  <a:lnTo>
                    <a:pt x="1622679" y="1899577"/>
                  </a:lnTo>
                  <a:lnTo>
                    <a:pt x="1613192" y="1888832"/>
                  </a:lnTo>
                  <a:lnTo>
                    <a:pt x="1604733" y="1878787"/>
                  </a:lnTo>
                  <a:lnTo>
                    <a:pt x="1587982" y="1858721"/>
                  </a:lnTo>
                  <a:lnTo>
                    <a:pt x="1579537" y="1848675"/>
                  </a:lnTo>
                  <a:lnTo>
                    <a:pt x="1526755" y="1785861"/>
                  </a:lnTo>
                  <a:lnTo>
                    <a:pt x="1487043" y="1740573"/>
                  </a:lnTo>
                  <a:lnTo>
                    <a:pt x="1477606" y="1729790"/>
                  </a:lnTo>
                  <a:lnTo>
                    <a:pt x="1469148" y="1719757"/>
                  </a:lnTo>
                  <a:lnTo>
                    <a:pt x="1444040" y="1689646"/>
                  </a:lnTo>
                  <a:lnTo>
                    <a:pt x="1434198" y="1678127"/>
                  </a:lnTo>
                  <a:lnTo>
                    <a:pt x="1404531" y="1643646"/>
                  </a:lnTo>
                  <a:lnTo>
                    <a:pt x="1366456" y="1598599"/>
                  </a:lnTo>
                  <a:lnTo>
                    <a:pt x="1279601" y="1497736"/>
                  </a:lnTo>
                  <a:lnTo>
                    <a:pt x="1226248" y="1434287"/>
                  </a:lnTo>
                  <a:lnTo>
                    <a:pt x="1207096" y="1411846"/>
                  </a:lnTo>
                  <a:lnTo>
                    <a:pt x="1181341" y="1382331"/>
                  </a:lnTo>
                  <a:lnTo>
                    <a:pt x="1057414" y="1237424"/>
                  </a:lnTo>
                  <a:lnTo>
                    <a:pt x="1037056" y="1213891"/>
                  </a:lnTo>
                  <a:lnTo>
                    <a:pt x="1026947" y="1201978"/>
                  </a:lnTo>
                  <a:lnTo>
                    <a:pt x="1018273" y="1191653"/>
                  </a:lnTo>
                  <a:lnTo>
                    <a:pt x="1001064" y="1170914"/>
                  </a:lnTo>
                  <a:lnTo>
                    <a:pt x="992390" y="1160614"/>
                  </a:lnTo>
                  <a:lnTo>
                    <a:pt x="982802" y="1149426"/>
                  </a:lnTo>
                  <a:lnTo>
                    <a:pt x="953820" y="1116012"/>
                  </a:lnTo>
                  <a:lnTo>
                    <a:pt x="924445" y="1081532"/>
                  </a:lnTo>
                  <a:lnTo>
                    <a:pt x="906195" y="1060361"/>
                  </a:lnTo>
                  <a:lnTo>
                    <a:pt x="889558" y="1041311"/>
                  </a:lnTo>
                  <a:lnTo>
                    <a:pt x="826795" y="967600"/>
                  </a:lnTo>
                  <a:lnTo>
                    <a:pt x="816660" y="955802"/>
                  </a:lnTo>
                  <a:lnTo>
                    <a:pt x="796086" y="932345"/>
                  </a:lnTo>
                  <a:lnTo>
                    <a:pt x="785914" y="920534"/>
                  </a:lnTo>
                  <a:lnTo>
                    <a:pt x="721004" y="843089"/>
                  </a:lnTo>
                  <a:lnTo>
                    <a:pt x="712482" y="833132"/>
                  </a:lnTo>
                  <a:lnTo>
                    <a:pt x="686714" y="803694"/>
                  </a:lnTo>
                  <a:lnTo>
                    <a:pt x="616623" y="722414"/>
                  </a:lnTo>
                  <a:lnTo>
                    <a:pt x="597827" y="700151"/>
                  </a:lnTo>
                  <a:lnTo>
                    <a:pt x="580605" y="679411"/>
                  </a:lnTo>
                  <a:lnTo>
                    <a:pt x="571906" y="669112"/>
                  </a:lnTo>
                  <a:lnTo>
                    <a:pt x="520192" y="609155"/>
                  </a:lnTo>
                  <a:lnTo>
                    <a:pt x="510387" y="597636"/>
                  </a:lnTo>
                  <a:lnTo>
                    <a:pt x="481126" y="562902"/>
                  </a:lnTo>
                  <a:lnTo>
                    <a:pt x="476453" y="557441"/>
                  </a:lnTo>
                  <a:lnTo>
                    <a:pt x="467029" y="546608"/>
                  </a:lnTo>
                  <a:lnTo>
                    <a:pt x="462356" y="541172"/>
                  </a:lnTo>
                  <a:lnTo>
                    <a:pt x="406577" y="475818"/>
                  </a:lnTo>
                  <a:lnTo>
                    <a:pt x="396659" y="464337"/>
                  </a:lnTo>
                  <a:lnTo>
                    <a:pt x="376707" y="441477"/>
                  </a:lnTo>
                  <a:lnTo>
                    <a:pt x="353834" y="414591"/>
                  </a:lnTo>
                  <a:lnTo>
                    <a:pt x="314744" y="368261"/>
                  </a:lnTo>
                  <a:lnTo>
                    <a:pt x="306539" y="358660"/>
                  </a:lnTo>
                  <a:lnTo>
                    <a:pt x="281787" y="329895"/>
                  </a:lnTo>
                  <a:lnTo>
                    <a:pt x="240588" y="280835"/>
                  </a:lnTo>
                  <a:lnTo>
                    <a:pt x="236169" y="275729"/>
                  </a:lnTo>
                  <a:lnTo>
                    <a:pt x="136804" y="160743"/>
                  </a:lnTo>
                  <a:lnTo>
                    <a:pt x="87185" y="101765"/>
                  </a:lnTo>
                  <a:lnTo>
                    <a:pt x="74117" y="86334"/>
                  </a:lnTo>
                  <a:lnTo>
                    <a:pt x="64719" y="75526"/>
                  </a:lnTo>
                  <a:lnTo>
                    <a:pt x="45656" y="54089"/>
                  </a:lnTo>
                  <a:lnTo>
                    <a:pt x="36207" y="43281"/>
                  </a:lnTo>
                  <a:lnTo>
                    <a:pt x="27762" y="33248"/>
                  </a:lnTo>
                  <a:lnTo>
                    <a:pt x="0" y="0"/>
                  </a:lnTo>
                  <a:lnTo>
                    <a:pt x="0" y="765390"/>
                  </a:lnTo>
                  <a:lnTo>
                    <a:pt x="208305" y="1009789"/>
                  </a:lnTo>
                  <a:lnTo>
                    <a:pt x="269227" y="1080566"/>
                  </a:lnTo>
                  <a:lnTo>
                    <a:pt x="318973" y="1139266"/>
                  </a:lnTo>
                  <a:lnTo>
                    <a:pt x="506196" y="1358303"/>
                  </a:lnTo>
                  <a:lnTo>
                    <a:pt x="555955" y="1417015"/>
                  </a:lnTo>
                  <a:lnTo>
                    <a:pt x="718235" y="1606854"/>
                  </a:lnTo>
                  <a:lnTo>
                    <a:pt x="829691" y="1738490"/>
                  </a:lnTo>
                  <a:lnTo>
                    <a:pt x="971384" y="1904263"/>
                  </a:lnTo>
                  <a:lnTo>
                    <a:pt x="1018273" y="1959698"/>
                  </a:lnTo>
                  <a:lnTo>
                    <a:pt x="1208265" y="2182139"/>
                  </a:lnTo>
                  <a:lnTo>
                    <a:pt x="1280033" y="2265972"/>
                  </a:lnTo>
                  <a:lnTo>
                    <a:pt x="1331912" y="2327808"/>
                  </a:lnTo>
                  <a:lnTo>
                    <a:pt x="1441373" y="2455849"/>
                  </a:lnTo>
                  <a:lnTo>
                    <a:pt x="2098459" y="2455849"/>
                  </a:lnTo>
                  <a:close/>
                </a:path>
              </a:pathLst>
            </a:custGeom>
            <a:solidFill>
              <a:srgbClr val="F9BF2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" name="object 56"/>
          <p:cNvSpPr txBox="1"/>
          <p:nvPr/>
        </p:nvSpPr>
        <p:spPr>
          <a:xfrm>
            <a:off x="5250312" y="7229644"/>
            <a:ext cx="665480" cy="6153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850" b="1" spc="325" dirty="0">
                <a:solidFill>
                  <a:srgbClr val="FFFFFF"/>
                </a:solidFill>
                <a:latin typeface="Century Gothic"/>
                <a:cs typeface="Century Gothic"/>
              </a:rPr>
              <a:t>05</a:t>
            </a:r>
            <a:endParaRPr sz="3850">
              <a:latin typeface="Century Gothic"/>
              <a:cs typeface="Century Gothic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8372073" y="7172494"/>
            <a:ext cx="530860" cy="6153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850" b="1" spc="-135" dirty="0">
                <a:solidFill>
                  <a:srgbClr val="FFFFFF"/>
                </a:solidFill>
                <a:latin typeface="Century Gothic"/>
                <a:cs typeface="Century Gothic"/>
              </a:rPr>
              <a:t>10</a:t>
            </a:r>
            <a:endParaRPr sz="3850">
              <a:latin typeface="Century Gothic"/>
              <a:cs typeface="Century Gothic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9276011" y="7071049"/>
            <a:ext cx="293560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231F20"/>
                </a:solidFill>
                <a:latin typeface="Lucida Sans Unicode"/>
                <a:cs typeface="Lucida Sans Unicode"/>
              </a:rPr>
              <a:t>.</a:t>
            </a:r>
            <a:endParaRPr sz="1200" dirty="0">
              <a:latin typeface="Lucida Sans Unicode"/>
              <a:cs typeface="Lucida Sans Unicode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B7D2919-7CDB-C55B-0F32-33B53C822D4F}"/>
              </a:ext>
            </a:extLst>
          </p:cNvPr>
          <p:cNvSpPr txBox="1"/>
          <p:nvPr/>
        </p:nvSpPr>
        <p:spPr>
          <a:xfrm>
            <a:off x="9102709" y="1317475"/>
            <a:ext cx="30771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/>
              <a:t>Community Participation</a:t>
            </a:r>
            <a:r>
              <a:rPr lang="en-IN"/>
              <a:t> — Santali speakers validate AI-generated content before it reaches students.</a:t>
            </a:r>
            <a:endParaRPr lang="en-IN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2880485-1A46-6EE6-0291-D0F87DB2EE2B}"/>
              </a:ext>
            </a:extLst>
          </p:cNvPr>
          <p:cNvSpPr txBox="1"/>
          <p:nvPr/>
        </p:nvSpPr>
        <p:spPr>
          <a:xfrm>
            <a:off x="10311714" y="2974765"/>
            <a:ext cx="3608221" cy="854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1650" b="1" dirty="0"/>
              <a:t>If there is Network Availability</a:t>
            </a:r>
            <a:r>
              <a:rPr lang="en-IN" sz="1650" dirty="0"/>
              <a:t> — Creates TTS Santali speech recognition using SARVAM.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5E31FDC-4FC9-0F5C-47DF-551781E1486C}"/>
              </a:ext>
            </a:extLst>
          </p:cNvPr>
          <p:cNvSpPr txBox="1"/>
          <p:nvPr/>
        </p:nvSpPr>
        <p:spPr>
          <a:xfrm>
            <a:off x="10483251" y="4185645"/>
            <a:ext cx="3436684" cy="13619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50" b="1" dirty="0"/>
              <a:t>Lower Deployment Cost</a:t>
            </a:r>
            <a:r>
              <a:rPr lang="en-IN" sz="1650" dirty="0"/>
              <a:t> — Reduces dependence on scarce native-speaking teachers, physical translators, and recurring cloud services.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C68570D-A32D-AD1A-228C-BBE43F83252C}"/>
              </a:ext>
            </a:extLst>
          </p:cNvPr>
          <p:cNvSpPr txBox="1"/>
          <p:nvPr/>
        </p:nvSpPr>
        <p:spPr>
          <a:xfrm>
            <a:off x="9899605" y="5617712"/>
            <a:ext cx="3436683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700" b="1"/>
              <a:t>Offline Accessibility</a:t>
            </a:r>
            <a:r>
              <a:rPr lang="en-IN" sz="1700"/>
              <a:t> — Supports learning in low-connectivity and remote tribal regions through local processing.</a:t>
            </a:r>
            <a:endParaRPr lang="en-IN" sz="17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06D24C5-73C6-4D61-2CCF-B846E1AE718E}"/>
              </a:ext>
            </a:extLst>
          </p:cNvPr>
          <p:cNvSpPr txBox="1"/>
          <p:nvPr/>
        </p:nvSpPr>
        <p:spPr>
          <a:xfrm>
            <a:off x="9081636" y="6918190"/>
            <a:ext cx="3398153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700" b="1" dirty="0"/>
              <a:t>Scalable Future</a:t>
            </a:r>
            <a:r>
              <a:rPr lang="en-IN" sz="1700" dirty="0"/>
              <a:t> — Starts with Santali and can extend the same system to </a:t>
            </a:r>
            <a:r>
              <a:rPr lang="en-IN" sz="1700" b="1" dirty="0"/>
              <a:t>Ho and Mundari</a:t>
            </a:r>
            <a:r>
              <a:rPr lang="en-IN" sz="1700" dirty="0"/>
              <a:t> without rebuilding the platform.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581A9F7-3FBC-A9FE-7B17-AC399109C476}"/>
              </a:ext>
            </a:extLst>
          </p:cNvPr>
          <p:cNvSpPr txBox="1"/>
          <p:nvPr/>
        </p:nvSpPr>
        <p:spPr>
          <a:xfrm>
            <a:off x="2148631" y="8797767"/>
            <a:ext cx="4449417" cy="9777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lang="en-IN" sz="1700" b="1" dirty="0"/>
              <a:t> VISTA goes beyond translation—it connects language, curriculum, student understanding, and teacher action offline</a:t>
            </a:r>
            <a:endParaRPr kumimoji="0" lang="en-IN" sz="17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ptos" panose="020B0004020202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1D7BCCE-85D5-917E-EBEC-6D420745E8FC}"/>
              </a:ext>
            </a:extLst>
          </p:cNvPr>
          <p:cNvSpPr txBox="1"/>
          <p:nvPr/>
        </p:nvSpPr>
        <p:spPr>
          <a:xfrm>
            <a:off x="8105995" y="8686811"/>
            <a:ext cx="43121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The teacher should never have to choose between teaching the subject and overcoming the language barrier. VISTA helps them do both</a:t>
            </a:r>
            <a:endParaRPr lang="en-IN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42C7A5E-7363-EF87-0F29-619988EF1540}"/>
              </a:ext>
            </a:extLst>
          </p:cNvPr>
          <p:cNvSpPr txBox="1"/>
          <p:nvPr/>
        </p:nvSpPr>
        <p:spPr>
          <a:xfrm>
            <a:off x="1793730" y="1235231"/>
            <a:ext cx="3216079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700" b="1" dirty="0"/>
              <a:t>Mother-Tongue Learning</a:t>
            </a:r>
            <a:r>
              <a:rPr lang="en-IN" sz="1700" dirty="0"/>
              <a:t> — Helps Class 1–5 children learn concepts in the language they understand best.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3DDE25E-B889-1AD4-B48B-A2C912FF0883}"/>
              </a:ext>
            </a:extLst>
          </p:cNvPr>
          <p:cNvSpPr txBox="1"/>
          <p:nvPr/>
        </p:nvSpPr>
        <p:spPr>
          <a:xfrm>
            <a:off x="943251" y="2746398"/>
            <a:ext cx="3051041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700" b="1"/>
              <a:t>Better Understanding</a:t>
            </a:r>
            <a:r>
              <a:rPr lang="en-IN" sz="1700"/>
              <a:t> — Uses bilingual content and quick checks to identify learning gaps early.</a:t>
            </a:r>
            <a:endParaRPr lang="en-IN" sz="170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71FC05B-9AE8-DF15-AD4C-7310004C3C42}"/>
              </a:ext>
            </a:extLst>
          </p:cNvPr>
          <p:cNvSpPr txBox="1"/>
          <p:nvPr/>
        </p:nvSpPr>
        <p:spPr>
          <a:xfrm>
            <a:off x="394123" y="4126339"/>
            <a:ext cx="3051040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700" b="1"/>
              <a:t>Teacher Support</a:t>
            </a:r>
            <a:r>
              <a:rPr lang="en-IN" sz="1700"/>
              <a:t> — Enables non-native teachers to teach effectively without requiring Santali-language training.</a:t>
            </a:r>
            <a:endParaRPr lang="en-IN" sz="1700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101E608-1604-5FD5-305E-D11188A7B2E4}"/>
              </a:ext>
            </a:extLst>
          </p:cNvPr>
          <p:cNvSpPr txBox="1"/>
          <p:nvPr/>
        </p:nvSpPr>
        <p:spPr>
          <a:xfrm>
            <a:off x="710338" y="5563166"/>
            <a:ext cx="339041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Reduced Dropout Risk</a:t>
            </a:r>
            <a:r>
              <a:rPr lang="en-IN" sz="1400" dirty="0"/>
              <a:t> — Strengthens early learning, addressing a key factor behind primary-school disengagement.(Who are unable to attend school)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066582F-CAF0-23DD-339D-B33F27902861}"/>
              </a:ext>
            </a:extLst>
          </p:cNvPr>
          <p:cNvSpPr txBox="1"/>
          <p:nvPr/>
        </p:nvSpPr>
        <p:spPr>
          <a:xfrm>
            <a:off x="2223831" y="6942948"/>
            <a:ext cx="2836235" cy="13619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50" b="1" dirty="0"/>
              <a:t>Quality Content at Scale</a:t>
            </a:r>
            <a:r>
              <a:rPr lang="en-IN" sz="1650" dirty="0"/>
              <a:t> — One authoring pipeline can create reviewed tribal-language materials for many schools.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76DE3A7B-A4AD-A822-98C8-C8C97F4A6820}"/>
              </a:ext>
            </a:extLst>
          </p:cNvPr>
          <p:cNvSpPr txBox="1"/>
          <p:nvPr/>
        </p:nvSpPr>
        <p:spPr>
          <a:xfrm>
            <a:off x="6873157" y="7409538"/>
            <a:ext cx="48561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V</a:t>
            </a:r>
          </a:p>
          <a:p>
            <a:pPr algn="ctr"/>
            <a:r>
              <a:rPr lang="en-IN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</a:t>
            </a:r>
          </a:p>
          <a:p>
            <a:pPr algn="ctr"/>
            <a:r>
              <a:rPr lang="en-IN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</a:t>
            </a:r>
          </a:p>
          <a:p>
            <a:pPr algn="ctr"/>
            <a:r>
              <a:rPr lang="en-IN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</a:t>
            </a:r>
          </a:p>
          <a:p>
            <a:pPr algn="ctr"/>
            <a:r>
              <a:rPr lang="en-IN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765B01BD-A736-4F56-F3D9-C84D1E82C604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66768" y="7141824"/>
            <a:ext cx="4583420" cy="3055613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7F3D02CA-B051-8D8F-D425-A0E14421CC5E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01537" y="3747280"/>
            <a:ext cx="4158352" cy="3136438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004D8D32-A406-209A-9893-AE1CEB7A695C}"/>
              </a:ext>
            </a:extLst>
          </p:cNvPr>
          <p:cNvSpPr txBox="1"/>
          <p:nvPr/>
        </p:nvSpPr>
        <p:spPr>
          <a:xfrm>
            <a:off x="5379085" y="3512978"/>
            <a:ext cx="306968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solidFill>
                  <a:srgbClr val="002060"/>
                </a:solidFill>
              </a:rPr>
              <a:t>Understand Every Child</a:t>
            </a:r>
          </a:p>
        </p:txBody>
      </p:sp>
      <p:sp>
        <p:nvSpPr>
          <p:cNvPr id="51" name="Arrow: Curved Left 50">
            <a:extLst>
              <a:ext uri="{FF2B5EF4-FFF2-40B4-BE49-F238E27FC236}">
                <a16:creationId xmlns:a16="http://schemas.microsoft.com/office/drawing/2014/main" id="{2C79C1E1-2FAB-85DE-F334-91A74A1F9ED3}"/>
              </a:ext>
            </a:extLst>
          </p:cNvPr>
          <p:cNvSpPr/>
          <p:nvPr/>
        </p:nvSpPr>
        <p:spPr>
          <a:xfrm rot="2302229">
            <a:off x="6104696" y="4778041"/>
            <a:ext cx="731520" cy="1216152"/>
          </a:xfrm>
          <a:prstGeom prst="curvedLef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66" name="Arrow: Curved Left 65">
            <a:extLst>
              <a:ext uri="{FF2B5EF4-FFF2-40B4-BE49-F238E27FC236}">
                <a16:creationId xmlns:a16="http://schemas.microsoft.com/office/drawing/2014/main" id="{1E84A175-DFF1-B855-55E6-5DB549FFA7F9}"/>
              </a:ext>
            </a:extLst>
          </p:cNvPr>
          <p:cNvSpPr/>
          <p:nvPr/>
        </p:nvSpPr>
        <p:spPr>
          <a:xfrm rot="9467592">
            <a:off x="7220164" y="4672866"/>
            <a:ext cx="731520" cy="1216152"/>
          </a:xfrm>
          <a:prstGeom prst="curvedLef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A20FA6C7-05C3-2B6F-C543-FC253E216651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30186" y="47789"/>
            <a:ext cx="1493649" cy="1140051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3F4BFCED-0DF6-376C-173E-3315F09B2713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5450955" y="43301"/>
            <a:ext cx="2706859" cy="127417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204090" y="-351457"/>
            <a:ext cx="13039320" cy="1317652"/>
          </a:xfrm>
          <a:prstGeom prst="rect">
            <a:avLst/>
          </a:prstGeom>
        </p:spPr>
        <p:txBody>
          <a:bodyPr vert="horz" wrap="square" lIns="0" tIns="481949" rIns="0" bIns="0" rtlCol="0">
            <a:spAutoFit/>
          </a:bodyPr>
          <a:lstStyle/>
          <a:p>
            <a:pPr marL="1251585">
              <a:lnSpc>
                <a:spcPct val="100000"/>
              </a:lnSpc>
              <a:spcBef>
                <a:spcPts val="100"/>
              </a:spcBef>
            </a:pPr>
            <a:r>
              <a:rPr sz="5400" dirty="0"/>
              <a:t>RESEARCH</a:t>
            </a:r>
            <a:r>
              <a:rPr sz="5400" spc="110" dirty="0"/>
              <a:t>  </a:t>
            </a:r>
            <a:r>
              <a:rPr sz="5400" spc="155" dirty="0"/>
              <a:t>AND</a:t>
            </a:r>
            <a:r>
              <a:rPr sz="5400" spc="114" dirty="0"/>
              <a:t> </a:t>
            </a:r>
            <a:r>
              <a:rPr sz="5400" spc="-10" dirty="0"/>
              <a:t>REFERENCES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232937" y="1453156"/>
            <a:ext cx="8295640" cy="8712200"/>
            <a:chOff x="-19049" y="1579414"/>
            <a:chExt cx="8295640" cy="871220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1869" y="2724768"/>
              <a:ext cx="5981687" cy="68579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37085" y="1646090"/>
              <a:ext cx="6279515" cy="1372870"/>
            </a:xfrm>
            <a:custGeom>
              <a:avLst/>
              <a:gdLst/>
              <a:ahLst/>
              <a:cxnLst/>
              <a:rect l="l" t="t" r="r" b="b"/>
              <a:pathLst>
                <a:path w="6279515" h="1372870">
                  <a:moveTo>
                    <a:pt x="5974631" y="1372852"/>
                  </a:moveTo>
                  <a:lnTo>
                    <a:pt x="304799" y="1372852"/>
                  </a:lnTo>
                  <a:lnTo>
                    <a:pt x="256830" y="1369055"/>
                  </a:lnTo>
                  <a:lnTo>
                    <a:pt x="210474" y="1357891"/>
                  </a:lnTo>
                  <a:lnTo>
                    <a:pt x="166550" y="1339697"/>
                  </a:lnTo>
                  <a:lnTo>
                    <a:pt x="125877" y="1314814"/>
                  </a:lnTo>
                  <a:lnTo>
                    <a:pt x="89272" y="1283579"/>
                  </a:lnTo>
                  <a:lnTo>
                    <a:pt x="58038" y="1246975"/>
                  </a:lnTo>
                  <a:lnTo>
                    <a:pt x="33154" y="1206301"/>
                  </a:lnTo>
                  <a:lnTo>
                    <a:pt x="14961" y="1162377"/>
                  </a:lnTo>
                  <a:lnTo>
                    <a:pt x="3796" y="1116022"/>
                  </a:lnTo>
                  <a:lnTo>
                    <a:pt x="0" y="1068052"/>
                  </a:lnTo>
                  <a:lnTo>
                    <a:pt x="0" y="304799"/>
                  </a:lnTo>
                  <a:lnTo>
                    <a:pt x="3796" y="256830"/>
                  </a:lnTo>
                  <a:lnTo>
                    <a:pt x="14961" y="210474"/>
                  </a:lnTo>
                  <a:lnTo>
                    <a:pt x="33154" y="166550"/>
                  </a:lnTo>
                  <a:lnTo>
                    <a:pt x="58038" y="125877"/>
                  </a:lnTo>
                  <a:lnTo>
                    <a:pt x="89272" y="89272"/>
                  </a:lnTo>
                  <a:lnTo>
                    <a:pt x="125877" y="58039"/>
                  </a:lnTo>
                  <a:lnTo>
                    <a:pt x="166550" y="33156"/>
                  </a:lnTo>
                  <a:lnTo>
                    <a:pt x="210474" y="14962"/>
                  </a:lnTo>
                  <a:lnTo>
                    <a:pt x="256830" y="3797"/>
                  </a:lnTo>
                  <a:lnTo>
                    <a:pt x="304799" y="0"/>
                  </a:lnTo>
                  <a:lnTo>
                    <a:pt x="5974631" y="0"/>
                  </a:lnTo>
                  <a:lnTo>
                    <a:pt x="6022610" y="3797"/>
                  </a:lnTo>
                  <a:lnTo>
                    <a:pt x="6068969" y="14962"/>
                  </a:lnTo>
                  <a:lnTo>
                    <a:pt x="6112890" y="33156"/>
                  </a:lnTo>
                  <a:lnTo>
                    <a:pt x="6153558" y="58039"/>
                  </a:lnTo>
                  <a:lnTo>
                    <a:pt x="6190155" y="89272"/>
                  </a:lnTo>
                  <a:lnTo>
                    <a:pt x="6221397" y="125877"/>
                  </a:lnTo>
                  <a:lnTo>
                    <a:pt x="6246282" y="166550"/>
                  </a:lnTo>
                  <a:lnTo>
                    <a:pt x="6264474" y="210474"/>
                  </a:lnTo>
                  <a:lnTo>
                    <a:pt x="6275635" y="256830"/>
                  </a:lnTo>
                  <a:lnTo>
                    <a:pt x="6279431" y="304799"/>
                  </a:lnTo>
                  <a:lnTo>
                    <a:pt x="6279431" y="1068052"/>
                  </a:lnTo>
                  <a:lnTo>
                    <a:pt x="6275635" y="1116022"/>
                  </a:lnTo>
                  <a:lnTo>
                    <a:pt x="6264474" y="1162377"/>
                  </a:lnTo>
                  <a:lnTo>
                    <a:pt x="6246282" y="1206301"/>
                  </a:lnTo>
                  <a:lnTo>
                    <a:pt x="6221397" y="1246975"/>
                  </a:lnTo>
                  <a:lnTo>
                    <a:pt x="6190155" y="1283579"/>
                  </a:lnTo>
                  <a:lnTo>
                    <a:pt x="6153558" y="1314814"/>
                  </a:lnTo>
                  <a:lnTo>
                    <a:pt x="6112890" y="1339697"/>
                  </a:lnTo>
                  <a:lnTo>
                    <a:pt x="6068969" y="1357891"/>
                  </a:lnTo>
                  <a:lnTo>
                    <a:pt x="6022610" y="1369055"/>
                  </a:lnTo>
                  <a:lnTo>
                    <a:pt x="5974631" y="137285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37085" y="1646089"/>
              <a:ext cx="6277610" cy="1371600"/>
            </a:xfrm>
            <a:custGeom>
              <a:avLst/>
              <a:gdLst/>
              <a:ahLst/>
              <a:cxnLst/>
              <a:rect l="l" t="t" r="r" b="b"/>
              <a:pathLst>
                <a:path w="6277609" h="1371600">
                  <a:moveTo>
                    <a:pt x="6276994" y="1096549"/>
                  </a:moveTo>
                  <a:lnTo>
                    <a:pt x="6264292" y="1162324"/>
                  </a:lnTo>
                  <a:lnTo>
                    <a:pt x="6246100" y="1206247"/>
                  </a:lnTo>
                  <a:lnTo>
                    <a:pt x="6221216" y="1246917"/>
                  </a:lnTo>
                  <a:lnTo>
                    <a:pt x="6189980" y="1283516"/>
                  </a:lnTo>
                  <a:lnTo>
                    <a:pt x="6153380" y="1314751"/>
                  </a:lnTo>
                  <a:lnTo>
                    <a:pt x="6112710" y="1339636"/>
                  </a:lnTo>
                  <a:lnTo>
                    <a:pt x="6068789" y="1357831"/>
                  </a:lnTo>
                  <a:lnTo>
                    <a:pt x="6022437" y="1368995"/>
                  </a:lnTo>
                  <a:lnTo>
                    <a:pt x="5989533" y="1371599"/>
                  </a:lnTo>
                </a:path>
                <a:path w="6277609" h="1371600">
                  <a:moveTo>
                    <a:pt x="289830" y="1371599"/>
                  </a:moveTo>
                  <a:lnTo>
                    <a:pt x="210563" y="1357830"/>
                  </a:lnTo>
                  <a:lnTo>
                    <a:pt x="166641" y="1339636"/>
                  </a:lnTo>
                  <a:lnTo>
                    <a:pt x="125970" y="1314754"/>
                  </a:lnTo>
                  <a:lnTo>
                    <a:pt x="89367" y="1283522"/>
                  </a:lnTo>
                  <a:lnTo>
                    <a:pt x="58134" y="1246919"/>
                  </a:lnTo>
                  <a:lnTo>
                    <a:pt x="33251" y="1206247"/>
                  </a:lnTo>
                  <a:lnTo>
                    <a:pt x="15058" y="1162324"/>
                  </a:lnTo>
                  <a:lnTo>
                    <a:pt x="3894" y="1115969"/>
                  </a:lnTo>
                  <a:lnTo>
                    <a:pt x="0" y="1068000"/>
                  </a:lnTo>
                  <a:lnTo>
                    <a:pt x="0" y="304778"/>
                  </a:lnTo>
                  <a:lnTo>
                    <a:pt x="3894" y="256819"/>
                  </a:lnTo>
                  <a:lnTo>
                    <a:pt x="15058" y="210465"/>
                  </a:lnTo>
                  <a:lnTo>
                    <a:pt x="33251" y="166544"/>
                  </a:lnTo>
                  <a:lnTo>
                    <a:pt x="58134" y="125872"/>
                  </a:lnTo>
                  <a:lnTo>
                    <a:pt x="89367" y="89270"/>
                  </a:lnTo>
                  <a:lnTo>
                    <a:pt x="125969" y="58037"/>
                  </a:lnTo>
                  <a:lnTo>
                    <a:pt x="166641" y="33154"/>
                  </a:lnTo>
                  <a:lnTo>
                    <a:pt x="210562" y="14961"/>
                  </a:lnTo>
                  <a:lnTo>
                    <a:pt x="256916" y="3797"/>
                  </a:lnTo>
                  <a:lnTo>
                    <a:pt x="304883" y="0"/>
                  </a:lnTo>
                  <a:lnTo>
                    <a:pt x="5974473" y="0"/>
                  </a:lnTo>
                  <a:lnTo>
                    <a:pt x="6022437" y="3795"/>
                  </a:lnTo>
                  <a:lnTo>
                    <a:pt x="6068790" y="14960"/>
                  </a:lnTo>
                  <a:lnTo>
                    <a:pt x="6112710" y="33155"/>
                  </a:lnTo>
                  <a:lnTo>
                    <a:pt x="6153379" y="58040"/>
                  </a:lnTo>
                  <a:lnTo>
                    <a:pt x="6189978" y="89276"/>
                  </a:lnTo>
                  <a:lnTo>
                    <a:pt x="6221215" y="125874"/>
                  </a:lnTo>
                  <a:lnTo>
                    <a:pt x="6246099" y="166544"/>
                  </a:lnTo>
                  <a:lnTo>
                    <a:pt x="6264291" y="210466"/>
                  </a:lnTo>
                  <a:lnTo>
                    <a:pt x="6275453" y="256819"/>
                  </a:lnTo>
                  <a:lnTo>
                    <a:pt x="6276992" y="276243"/>
                  </a:lnTo>
                </a:path>
              </a:pathLst>
            </a:custGeom>
            <a:ln w="133350">
              <a:solidFill>
                <a:srgbClr val="9397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7852" y="1608420"/>
              <a:ext cx="1104899" cy="1028699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762010" y="1618506"/>
              <a:ext cx="1017905" cy="966469"/>
            </a:xfrm>
            <a:custGeom>
              <a:avLst/>
              <a:gdLst/>
              <a:ahLst/>
              <a:cxnLst/>
              <a:rect l="l" t="t" r="r" b="b"/>
              <a:pathLst>
                <a:path w="1017905" h="966469">
                  <a:moveTo>
                    <a:pt x="508916" y="966319"/>
                  </a:moveTo>
                  <a:lnTo>
                    <a:pt x="67184" y="624600"/>
                  </a:lnTo>
                  <a:lnTo>
                    <a:pt x="43832" y="585192"/>
                  </a:lnTo>
                  <a:lnTo>
                    <a:pt x="41910" y="570053"/>
                  </a:lnTo>
                  <a:lnTo>
                    <a:pt x="41910" y="108515"/>
                  </a:lnTo>
                  <a:lnTo>
                    <a:pt x="40027" y="87268"/>
                  </a:lnTo>
                  <a:lnTo>
                    <a:pt x="25493" y="48679"/>
                  </a:lnTo>
                  <a:lnTo>
                    <a:pt x="1487" y="20868"/>
                  </a:lnTo>
                  <a:lnTo>
                    <a:pt x="0" y="14144"/>
                  </a:lnTo>
                  <a:lnTo>
                    <a:pt x="3864" y="4405"/>
                  </a:lnTo>
                  <a:lnTo>
                    <a:pt x="6163" y="1700"/>
                  </a:lnTo>
                  <a:lnTo>
                    <a:pt x="9062" y="0"/>
                  </a:lnTo>
                  <a:lnTo>
                    <a:pt x="14511" y="38"/>
                  </a:lnTo>
                  <a:lnTo>
                    <a:pt x="9912" y="830"/>
                  </a:lnTo>
                  <a:lnTo>
                    <a:pt x="6105" y="3922"/>
                  </a:lnTo>
                  <a:lnTo>
                    <a:pt x="2569" y="12888"/>
                  </a:lnTo>
                  <a:lnTo>
                    <a:pt x="2569" y="19225"/>
                  </a:lnTo>
                  <a:lnTo>
                    <a:pt x="9236" y="25409"/>
                  </a:lnTo>
                  <a:lnTo>
                    <a:pt x="10762" y="26896"/>
                  </a:lnTo>
                  <a:lnTo>
                    <a:pt x="36299" y="66467"/>
                  </a:lnTo>
                  <a:lnTo>
                    <a:pt x="43842" y="108515"/>
                  </a:lnTo>
                  <a:lnTo>
                    <a:pt x="43842" y="570053"/>
                  </a:lnTo>
                  <a:lnTo>
                    <a:pt x="45709" y="584783"/>
                  </a:lnTo>
                  <a:lnTo>
                    <a:pt x="68382" y="623093"/>
                  </a:lnTo>
                  <a:lnTo>
                    <a:pt x="482406" y="955382"/>
                  </a:lnTo>
                  <a:lnTo>
                    <a:pt x="508916" y="964387"/>
                  </a:lnTo>
                  <a:lnTo>
                    <a:pt x="516222" y="963797"/>
                  </a:lnTo>
                  <a:lnTo>
                    <a:pt x="949450" y="623093"/>
                  </a:lnTo>
                  <a:lnTo>
                    <a:pt x="972123" y="584783"/>
                  </a:lnTo>
                  <a:lnTo>
                    <a:pt x="973990" y="570053"/>
                  </a:lnTo>
                  <a:lnTo>
                    <a:pt x="973990" y="108457"/>
                  </a:lnTo>
                  <a:lnTo>
                    <a:pt x="975905" y="86877"/>
                  </a:lnTo>
                  <a:lnTo>
                    <a:pt x="990684" y="47653"/>
                  </a:lnTo>
                  <a:lnTo>
                    <a:pt x="1015263" y="19225"/>
                  </a:lnTo>
                  <a:lnTo>
                    <a:pt x="1015243" y="12888"/>
                  </a:lnTo>
                  <a:lnTo>
                    <a:pt x="1011688" y="3883"/>
                  </a:lnTo>
                  <a:lnTo>
                    <a:pt x="1007862" y="811"/>
                  </a:lnTo>
                  <a:lnTo>
                    <a:pt x="1003225" y="38"/>
                  </a:lnTo>
                  <a:lnTo>
                    <a:pt x="1008674" y="0"/>
                  </a:lnTo>
                  <a:lnTo>
                    <a:pt x="1011611" y="1700"/>
                  </a:lnTo>
                  <a:lnTo>
                    <a:pt x="1013949" y="4386"/>
                  </a:lnTo>
                  <a:lnTo>
                    <a:pt x="1015321" y="7844"/>
                  </a:lnTo>
                  <a:lnTo>
                    <a:pt x="1017813" y="14144"/>
                  </a:lnTo>
                  <a:lnTo>
                    <a:pt x="1016325" y="20868"/>
                  </a:lnTo>
                  <a:lnTo>
                    <a:pt x="1009910" y="26800"/>
                  </a:lnTo>
                  <a:lnTo>
                    <a:pt x="1008423" y="28268"/>
                  </a:lnTo>
                  <a:lnTo>
                    <a:pt x="983327" y="67153"/>
                  </a:lnTo>
                  <a:lnTo>
                    <a:pt x="975922" y="108457"/>
                  </a:lnTo>
                  <a:lnTo>
                    <a:pt x="975922" y="570053"/>
                  </a:lnTo>
                  <a:lnTo>
                    <a:pt x="974000" y="585200"/>
                  </a:lnTo>
                  <a:lnTo>
                    <a:pt x="950668" y="624600"/>
                  </a:lnTo>
                  <a:lnTo>
                    <a:pt x="536663" y="956889"/>
                  </a:lnTo>
                  <a:lnTo>
                    <a:pt x="516531" y="965701"/>
                  </a:lnTo>
                  <a:lnTo>
                    <a:pt x="508916" y="966319"/>
                  </a:lnTo>
                  <a:close/>
                </a:path>
              </a:pathLst>
            </a:custGeom>
            <a:solidFill>
              <a:srgbClr val="9397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0" y="2332518"/>
              <a:ext cx="432434" cy="0"/>
            </a:xfrm>
            <a:custGeom>
              <a:avLst/>
              <a:gdLst/>
              <a:ahLst/>
              <a:cxnLst/>
              <a:rect l="l" t="t" r="r" b="b"/>
              <a:pathLst>
                <a:path w="432434">
                  <a:moveTo>
                    <a:pt x="0" y="0"/>
                  </a:moveTo>
                  <a:lnTo>
                    <a:pt x="432311" y="0"/>
                  </a:lnTo>
                </a:path>
              </a:pathLst>
            </a:custGeom>
            <a:ln w="38100">
              <a:solidFill>
                <a:srgbClr val="3332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2786" y="2256318"/>
              <a:ext cx="114300" cy="15240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56405" y="4518671"/>
              <a:ext cx="5981689" cy="68579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271619" y="3440003"/>
              <a:ext cx="6279515" cy="1372870"/>
            </a:xfrm>
            <a:custGeom>
              <a:avLst/>
              <a:gdLst/>
              <a:ahLst/>
              <a:cxnLst/>
              <a:rect l="l" t="t" r="r" b="b"/>
              <a:pathLst>
                <a:path w="6279515" h="1372870">
                  <a:moveTo>
                    <a:pt x="5974634" y="1372849"/>
                  </a:moveTo>
                  <a:lnTo>
                    <a:pt x="304799" y="1372849"/>
                  </a:lnTo>
                  <a:lnTo>
                    <a:pt x="256830" y="1369051"/>
                  </a:lnTo>
                  <a:lnTo>
                    <a:pt x="210474" y="1357883"/>
                  </a:lnTo>
                  <a:lnTo>
                    <a:pt x="166550" y="1339687"/>
                  </a:lnTo>
                  <a:lnTo>
                    <a:pt x="125877" y="1314803"/>
                  </a:lnTo>
                  <a:lnTo>
                    <a:pt x="89272" y="1283573"/>
                  </a:lnTo>
                  <a:lnTo>
                    <a:pt x="58039" y="1246961"/>
                  </a:lnTo>
                  <a:lnTo>
                    <a:pt x="33156" y="1206287"/>
                  </a:lnTo>
                  <a:lnTo>
                    <a:pt x="14962" y="1162365"/>
                  </a:lnTo>
                  <a:lnTo>
                    <a:pt x="3797" y="1116014"/>
                  </a:lnTo>
                  <a:lnTo>
                    <a:pt x="0" y="1068049"/>
                  </a:lnTo>
                  <a:lnTo>
                    <a:pt x="0" y="304799"/>
                  </a:lnTo>
                  <a:lnTo>
                    <a:pt x="3797" y="256820"/>
                  </a:lnTo>
                  <a:lnTo>
                    <a:pt x="14962" y="210461"/>
                  </a:lnTo>
                  <a:lnTo>
                    <a:pt x="33156" y="166540"/>
                  </a:lnTo>
                  <a:lnTo>
                    <a:pt x="58039" y="125873"/>
                  </a:lnTo>
                  <a:lnTo>
                    <a:pt x="89272" y="89275"/>
                  </a:lnTo>
                  <a:lnTo>
                    <a:pt x="125877" y="58033"/>
                  </a:lnTo>
                  <a:lnTo>
                    <a:pt x="166550" y="33148"/>
                  </a:lnTo>
                  <a:lnTo>
                    <a:pt x="210474" y="14957"/>
                  </a:lnTo>
                  <a:lnTo>
                    <a:pt x="256830" y="3795"/>
                  </a:lnTo>
                  <a:lnTo>
                    <a:pt x="304799" y="0"/>
                  </a:lnTo>
                  <a:lnTo>
                    <a:pt x="5974634" y="0"/>
                  </a:lnTo>
                  <a:lnTo>
                    <a:pt x="6022602" y="3795"/>
                  </a:lnTo>
                  <a:lnTo>
                    <a:pt x="6068959" y="14957"/>
                  </a:lnTo>
                  <a:lnTo>
                    <a:pt x="6112884" y="33148"/>
                  </a:lnTo>
                  <a:lnTo>
                    <a:pt x="6153558" y="58033"/>
                  </a:lnTo>
                  <a:lnTo>
                    <a:pt x="6190158" y="89275"/>
                  </a:lnTo>
                  <a:lnTo>
                    <a:pt x="6221400" y="125873"/>
                  </a:lnTo>
                  <a:lnTo>
                    <a:pt x="6246285" y="166540"/>
                  </a:lnTo>
                  <a:lnTo>
                    <a:pt x="6264477" y="210461"/>
                  </a:lnTo>
                  <a:lnTo>
                    <a:pt x="6275638" y="256820"/>
                  </a:lnTo>
                  <a:lnTo>
                    <a:pt x="6279434" y="304799"/>
                  </a:lnTo>
                  <a:lnTo>
                    <a:pt x="6279434" y="1068049"/>
                  </a:lnTo>
                  <a:lnTo>
                    <a:pt x="6275638" y="1116014"/>
                  </a:lnTo>
                  <a:lnTo>
                    <a:pt x="6264477" y="1162365"/>
                  </a:lnTo>
                  <a:lnTo>
                    <a:pt x="6246285" y="1206287"/>
                  </a:lnTo>
                  <a:lnTo>
                    <a:pt x="6221400" y="1246961"/>
                  </a:lnTo>
                  <a:lnTo>
                    <a:pt x="6190158" y="1283573"/>
                  </a:lnTo>
                  <a:lnTo>
                    <a:pt x="6153558" y="1314803"/>
                  </a:lnTo>
                  <a:lnTo>
                    <a:pt x="6112884" y="1339687"/>
                  </a:lnTo>
                  <a:lnTo>
                    <a:pt x="6068959" y="1357883"/>
                  </a:lnTo>
                  <a:lnTo>
                    <a:pt x="6022602" y="1369051"/>
                  </a:lnTo>
                  <a:lnTo>
                    <a:pt x="5974634" y="13728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271618" y="3440001"/>
              <a:ext cx="6277610" cy="1371600"/>
            </a:xfrm>
            <a:custGeom>
              <a:avLst/>
              <a:gdLst/>
              <a:ahLst/>
              <a:cxnLst/>
              <a:rect l="l" t="t" r="r" b="b"/>
              <a:pathLst>
                <a:path w="6277609" h="1371600">
                  <a:moveTo>
                    <a:pt x="6276993" y="1096573"/>
                  </a:moveTo>
                  <a:lnTo>
                    <a:pt x="6264291" y="1162324"/>
                  </a:lnTo>
                  <a:lnTo>
                    <a:pt x="6246099" y="1206246"/>
                  </a:lnTo>
                  <a:lnTo>
                    <a:pt x="6221215" y="1246916"/>
                  </a:lnTo>
                  <a:lnTo>
                    <a:pt x="6189977" y="1283512"/>
                  </a:lnTo>
                  <a:lnTo>
                    <a:pt x="6153376" y="1314745"/>
                  </a:lnTo>
                  <a:lnTo>
                    <a:pt x="6112708" y="1339629"/>
                  </a:lnTo>
                  <a:lnTo>
                    <a:pt x="6068789" y="1357825"/>
                  </a:lnTo>
                  <a:lnTo>
                    <a:pt x="6022437" y="1368991"/>
                  </a:lnTo>
                  <a:lnTo>
                    <a:pt x="5989494" y="1371601"/>
                  </a:lnTo>
                </a:path>
                <a:path w="6277609" h="1371600">
                  <a:moveTo>
                    <a:pt x="289874" y="1371603"/>
                  </a:moveTo>
                  <a:lnTo>
                    <a:pt x="210566" y="1357823"/>
                  </a:lnTo>
                  <a:lnTo>
                    <a:pt x="166647" y="1339629"/>
                  </a:lnTo>
                  <a:lnTo>
                    <a:pt x="125976" y="1314748"/>
                  </a:lnTo>
                  <a:lnTo>
                    <a:pt x="89372" y="1283519"/>
                  </a:lnTo>
                  <a:lnTo>
                    <a:pt x="58138" y="1246917"/>
                  </a:lnTo>
                  <a:lnTo>
                    <a:pt x="33256" y="1206246"/>
                  </a:lnTo>
                  <a:lnTo>
                    <a:pt x="15062" y="1162324"/>
                  </a:lnTo>
                  <a:lnTo>
                    <a:pt x="3896" y="1115969"/>
                  </a:lnTo>
                  <a:lnTo>
                    <a:pt x="0" y="1068000"/>
                  </a:lnTo>
                  <a:lnTo>
                    <a:pt x="0" y="304778"/>
                  </a:lnTo>
                  <a:lnTo>
                    <a:pt x="3891" y="256819"/>
                  </a:lnTo>
                  <a:lnTo>
                    <a:pt x="15055" y="210464"/>
                  </a:lnTo>
                  <a:lnTo>
                    <a:pt x="33248" y="166541"/>
                  </a:lnTo>
                  <a:lnTo>
                    <a:pt x="58128" y="125867"/>
                  </a:lnTo>
                  <a:lnTo>
                    <a:pt x="89355" y="89256"/>
                  </a:lnTo>
                  <a:lnTo>
                    <a:pt x="125962" y="58024"/>
                  </a:lnTo>
                  <a:lnTo>
                    <a:pt x="166637" y="33145"/>
                  </a:lnTo>
                  <a:lnTo>
                    <a:pt x="210562" y="14956"/>
                  </a:lnTo>
                  <a:lnTo>
                    <a:pt x="256917" y="3796"/>
                  </a:lnTo>
                  <a:lnTo>
                    <a:pt x="304883" y="0"/>
                  </a:lnTo>
                  <a:lnTo>
                    <a:pt x="5974473" y="0"/>
                  </a:lnTo>
                  <a:lnTo>
                    <a:pt x="6022439" y="3793"/>
                  </a:lnTo>
                  <a:lnTo>
                    <a:pt x="6068793" y="14954"/>
                  </a:lnTo>
                  <a:lnTo>
                    <a:pt x="6112717" y="33145"/>
                  </a:lnTo>
                  <a:lnTo>
                    <a:pt x="6153391" y="58028"/>
                  </a:lnTo>
                  <a:lnTo>
                    <a:pt x="6189992" y="89265"/>
                  </a:lnTo>
                  <a:lnTo>
                    <a:pt x="6221225" y="125869"/>
                  </a:lnTo>
                  <a:lnTo>
                    <a:pt x="6246107" y="166541"/>
                  </a:lnTo>
                  <a:lnTo>
                    <a:pt x="6264298" y="210465"/>
                  </a:lnTo>
                  <a:lnTo>
                    <a:pt x="6275458" y="256819"/>
                  </a:lnTo>
                  <a:lnTo>
                    <a:pt x="6276992" y="276188"/>
                  </a:lnTo>
                </a:path>
              </a:pathLst>
            </a:custGeom>
            <a:ln w="133350">
              <a:solidFill>
                <a:srgbClr val="90DE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52387" y="3402329"/>
              <a:ext cx="1104899" cy="1028699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1496548" y="3412416"/>
              <a:ext cx="1017905" cy="966469"/>
            </a:xfrm>
            <a:custGeom>
              <a:avLst/>
              <a:gdLst/>
              <a:ahLst/>
              <a:cxnLst/>
              <a:rect l="l" t="t" r="r" b="b"/>
              <a:pathLst>
                <a:path w="1017905" h="966470">
                  <a:moveTo>
                    <a:pt x="508916" y="966319"/>
                  </a:moveTo>
                  <a:lnTo>
                    <a:pt x="67184" y="624600"/>
                  </a:lnTo>
                  <a:lnTo>
                    <a:pt x="43832" y="585192"/>
                  </a:lnTo>
                  <a:lnTo>
                    <a:pt x="41910" y="570053"/>
                  </a:lnTo>
                  <a:lnTo>
                    <a:pt x="41910" y="108515"/>
                  </a:lnTo>
                  <a:lnTo>
                    <a:pt x="40027" y="87268"/>
                  </a:lnTo>
                  <a:lnTo>
                    <a:pt x="25493" y="48679"/>
                  </a:lnTo>
                  <a:lnTo>
                    <a:pt x="1487" y="20868"/>
                  </a:lnTo>
                  <a:lnTo>
                    <a:pt x="0" y="14144"/>
                  </a:lnTo>
                  <a:lnTo>
                    <a:pt x="3864" y="4405"/>
                  </a:lnTo>
                  <a:lnTo>
                    <a:pt x="6163" y="1700"/>
                  </a:lnTo>
                  <a:lnTo>
                    <a:pt x="9062" y="0"/>
                  </a:lnTo>
                  <a:lnTo>
                    <a:pt x="14511" y="38"/>
                  </a:lnTo>
                  <a:lnTo>
                    <a:pt x="9912" y="830"/>
                  </a:lnTo>
                  <a:lnTo>
                    <a:pt x="6105" y="3922"/>
                  </a:lnTo>
                  <a:lnTo>
                    <a:pt x="2569" y="12888"/>
                  </a:lnTo>
                  <a:lnTo>
                    <a:pt x="2569" y="19225"/>
                  </a:lnTo>
                  <a:lnTo>
                    <a:pt x="9236" y="25409"/>
                  </a:lnTo>
                  <a:lnTo>
                    <a:pt x="10762" y="26896"/>
                  </a:lnTo>
                  <a:lnTo>
                    <a:pt x="36299" y="66467"/>
                  </a:lnTo>
                  <a:lnTo>
                    <a:pt x="43842" y="108515"/>
                  </a:lnTo>
                  <a:lnTo>
                    <a:pt x="43842" y="570053"/>
                  </a:lnTo>
                  <a:lnTo>
                    <a:pt x="45709" y="584783"/>
                  </a:lnTo>
                  <a:lnTo>
                    <a:pt x="68382" y="623093"/>
                  </a:lnTo>
                  <a:lnTo>
                    <a:pt x="482406" y="955382"/>
                  </a:lnTo>
                  <a:lnTo>
                    <a:pt x="508916" y="964387"/>
                  </a:lnTo>
                  <a:lnTo>
                    <a:pt x="516222" y="963797"/>
                  </a:lnTo>
                  <a:lnTo>
                    <a:pt x="949450" y="623093"/>
                  </a:lnTo>
                  <a:lnTo>
                    <a:pt x="972123" y="584783"/>
                  </a:lnTo>
                  <a:lnTo>
                    <a:pt x="973990" y="570053"/>
                  </a:lnTo>
                  <a:lnTo>
                    <a:pt x="973990" y="108457"/>
                  </a:lnTo>
                  <a:lnTo>
                    <a:pt x="975905" y="86877"/>
                  </a:lnTo>
                  <a:lnTo>
                    <a:pt x="990684" y="47653"/>
                  </a:lnTo>
                  <a:lnTo>
                    <a:pt x="1015263" y="19225"/>
                  </a:lnTo>
                  <a:lnTo>
                    <a:pt x="1015243" y="12888"/>
                  </a:lnTo>
                  <a:lnTo>
                    <a:pt x="1011688" y="3883"/>
                  </a:lnTo>
                  <a:lnTo>
                    <a:pt x="1007862" y="811"/>
                  </a:lnTo>
                  <a:lnTo>
                    <a:pt x="1003225" y="38"/>
                  </a:lnTo>
                  <a:lnTo>
                    <a:pt x="1008674" y="0"/>
                  </a:lnTo>
                  <a:lnTo>
                    <a:pt x="1011611" y="1700"/>
                  </a:lnTo>
                  <a:lnTo>
                    <a:pt x="1013949" y="4386"/>
                  </a:lnTo>
                  <a:lnTo>
                    <a:pt x="1015321" y="7844"/>
                  </a:lnTo>
                  <a:lnTo>
                    <a:pt x="1017813" y="14144"/>
                  </a:lnTo>
                  <a:lnTo>
                    <a:pt x="1016325" y="20868"/>
                  </a:lnTo>
                  <a:lnTo>
                    <a:pt x="1009910" y="26800"/>
                  </a:lnTo>
                  <a:lnTo>
                    <a:pt x="1008423" y="28268"/>
                  </a:lnTo>
                  <a:lnTo>
                    <a:pt x="983327" y="67153"/>
                  </a:lnTo>
                  <a:lnTo>
                    <a:pt x="975922" y="108457"/>
                  </a:lnTo>
                  <a:lnTo>
                    <a:pt x="975922" y="570053"/>
                  </a:lnTo>
                  <a:lnTo>
                    <a:pt x="974000" y="585200"/>
                  </a:lnTo>
                  <a:lnTo>
                    <a:pt x="950668" y="624600"/>
                  </a:lnTo>
                  <a:lnTo>
                    <a:pt x="536663" y="956889"/>
                  </a:lnTo>
                  <a:lnTo>
                    <a:pt x="516531" y="965701"/>
                  </a:lnTo>
                  <a:lnTo>
                    <a:pt x="508916" y="966319"/>
                  </a:lnTo>
                  <a:close/>
                </a:path>
              </a:pathLst>
            </a:custGeom>
            <a:solidFill>
              <a:srgbClr val="90DE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98062" y="6309926"/>
              <a:ext cx="5981698" cy="685798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1932325" y="5137312"/>
              <a:ext cx="6279515" cy="1372870"/>
            </a:xfrm>
            <a:custGeom>
              <a:avLst/>
              <a:gdLst/>
              <a:ahLst/>
              <a:cxnLst/>
              <a:rect l="l" t="t" r="r" b="b"/>
              <a:pathLst>
                <a:path w="6279515" h="1372870">
                  <a:moveTo>
                    <a:pt x="5974643" y="1372849"/>
                  </a:moveTo>
                  <a:lnTo>
                    <a:pt x="304799" y="1372849"/>
                  </a:lnTo>
                  <a:lnTo>
                    <a:pt x="256830" y="1369051"/>
                  </a:lnTo>
                  <a:lnTo>
                    <a:pt x="210474" y="1357883"/>
                  </a:lnTo>
                  <a:lnTo>
                    <a:pt x="166550" y="1339687"/>
                  </a:lnTo>
                  <a:lnTo>
                    <a:pt x="125877" y="1314803"/>
                  </a:lnTo>
                  <a:lnTo>
                    <a:pt x="89272" y="1283573"/>
                  </a:lnTo>
                  <a:lnTo>
                    <a:pt x="58039" y="1246961"/>
                  </a:lnTo>
                  <a:lnTo>
                    <a:pt x="33156" y="1206287"/>
                  </a:lnTo>
                  <a:lnTo>
                    <a:pt x="14962" y="1162365"/>
                  </a:lnTo>
                  <a:lnTo>
                    <a:pt x="3797" y="1116014"/>
                  </a:lnTo>
                  <a:lnTo>
                    <a:pt x="0" y="1068049"/>
                  </a:lnTo>
                  <a:lnTo>
                    <a:pt x="0" y="304799"/>
                  </a:lnTo>
                  <a:lnTo>
                    <a:pt x="3797" y="256820"/>
                  </a:lnTo>
                  <a:lnTo>
                    <a:pt x="14962" y="210459"/>
                  </a:lnTo>
                  <a:lnTo>
                    <a:pt x="33156" y="166533"/>
                  </a:lnTo>
                  <a:lnTo>
                    <a:pt x="58039" y="125857"/>
                  </a:lnTo>
                  <a:lnTo>
                    <a:pt x="89272" y="89245"/>
                  </a:lnTo>
                  <a:lnTo>
                    <a:pt x="125877" y="58018"/>
                  </a:lnTo>
                  <a:lnTo>
                    <a:pt x="166550" y="33142"/>
                  </a:lnTo>
                  <a:lnTo>
                    <a:pt x="210474" y="14955"/>
                  </a:lnTo>
                  <a:lnTo>
                    <a:pt x="256830" y="3795"/>
                  </a:lnTo>
                  <a:lnTo>
                    <a:pt x="304799" y="0"/>
                  </a:lnTo>
                  <a:lnTo>
                    <a:pt x="5974643" y="0"/>
                  </a:lnTo>
                  <a:lnTo>
                    <a:pt x="6022611" y="3795"/>
                  </a:lnTo>
                  <a:lnTo>
                    <a:pt x="6068968" y="14955"/>
                  </a:lnTo>
                  <a:lnTo>
                    <a:pt x="6112894" y="33142"/>
                  </a:lnTo>
                  <a:lnTo>
                    <a:pt x="6153567" y="58018"/>
                  </a:lnTo>
                  <a:lnTo>
                    <a:pt x="6190167" y="89245"/>
                  </a:lnTo>
                  <a:lnTo>
                    <a:pt x="6221397" y="125857"/>
                  </a:lnTo>
                  <a:lnTo>
                    <a:pt x="6246281" y="166533"/>
                  </a:lnTo>
                  <a:lnTo>
                    <a:pt x="6264477" y="210459"/>
                  </a:lnTo>
                  <a:lnTo>
                    <a:pt x="6275645" y="256820"/>
                  </a:lnTo>
                  <a:lnTo>
                    <a:pt x="6279443" y="304799"/>
                  </a:lnTo>
                  <a:lnTo>
                    <a:pt x="6279443" y="1068049"/>
                  </a:lnTo>
                  <a:lnTo>
                    <a:pt x="6275645" y="1116014"/>
                  </a:lnTo>
                  <a:lnTo>
                    <a:pt x="6264477" y="1162365"/>
                  </a:lnTo>
                  <a:lnTo>
                    <a:pt x="6246281" y="1206287"/>
                  </a:lnTo>
                  <a:lnTo>
                    <a:pt x="6221397" y="1246961"/>
                  </a:lnTo>
                  <a:lnTo>
                    <a:pt x="6190167" y="1283573"/>
                  </a:lnTo>
                  <a:lnTo>
                    <a:pt x="6153567" y="1314803"/>
                  </a:lnTo>
                  <a:lnTo>
                    <a:pt x="6112894" y="1339687"/>
                  </a:lnTo>
                  <a:lnTo>
                    <a:pt x="6068968" y="1357883"/>
                  </a:lnTo>
                  <a:lnTo>
                    <a:pt x="6022611" y="1369051"/>
                  </a:lnTo>
                  <a:lnTo>
                    <a:pt x="5974643" y="13728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932324" y="5137311"/>
              <a:ext cx="6277610" cy="1371600"/>
            </a:xfrm>
            <a:custGeom>
              <a:avLst/>
              <a:gdLst/>
              <a:ahLst/>
              <a:cxnLst/>
              <a:rect l="l" t="t" r="r" b="b"/>
              <a:pathLst>
                <a:path w="6277609" h="1371600">
                  <a:moveTo>
                    <a:pt x="6276989" y="1096663"/>
                  </a:moveTo>
                  <a:lnTo>
                    <a:pt x="6264289" y="1162321"/>
                  </a:lnTo>
                  <a:lnTo>
                    <a:pt x="6246091" y="1206239"/>
                  </a:lnTo>
                  <a:lnTo>
                    <a:pt x="6221209" y="1246908"/>
                  </a:lnTo>
                  <a:lnTo>
                    <a:pt x="6189983" y="1283515"/>
                  </a:lnTo>
                  <a:lnTo>
                    <a:pt x="6153380" y="1314746"/>
                  </a:lnTo>
                  <a:lnTo>
                    <a:pt x="6112710" y="1339627"/>
                  </a:lnTo>
                  <a:lnTo>
                    <a:pt x="6068791" y="1357821"/>
                  </a:lnTo>
                  <a:lnTo>
                    <a:pt x="6022440" y="1368989"/>
                  </a:lnTo>
                  <a:lnTo>
                    <a:pt x="5989473" y="1371602"/>
                  </a:lnTo>
                </a:path>
                <a:path w="6277609" h="1371600">
                  <a:moveTo>
                    <a:pt x="289874" y="1371602"/>
                  </a:moveTo>
                  <a:lnTo>
                    <a:pt x="210569" y="1357824"/>
                  </a:lnTo>
                  <a:lnTo>
                    <a:pt x="166649" y="1339630"/>
                  </a:lnTo>
                  <a:lnTo>
                    <a:pt x="125979" y="1314748"/>
                  </a:lnTo>
                  <a:lnTo>
                    <a:pt x="89375" y="1283518"/>
                  </a:lnTo>
                  <a:lnTo>
                    <a:pt x="58146" y="1246914"/>
                  </a:lnTo>
                  <a:lnTo>
                    <a:pt x="33262" y="1206244"/>
                  </a:lnTo>
                  <a:lnTo>
                    <a:pt x="15066" y="1162323"/>
                  </a:lnTo>
                  <a:lnTo>
                    <a:pt x="3899" y="1115969"/>
                  </a:lnTo>
                  <a:lnTo>
                    <a:pt x="0" y="1068000"/>
                  </a:lnTo>
                  <a:lnTo>
                    <a:pt x="0" y="304777"/>
                  </a:lnTo>
                  <a:lnTo>
                    <a:pt x="3894" y="256818"/>
                  </a:lnTo>
                  <a:lnTo>
                    <a:pt x="15058" y="210463"/>
                  </a:lnTo>
                  <a:lnTo>
                    <a:pt x="33250" y="166540"/>
                  </a:lnTo>
                  <a:lnTo>
                    <a:pt x="58130" y="125865"/>
                  </a:lnTo>
                  <a:lnTo>
                    <a:pt x="89358" y="89255"/>
                  </a:lnTo>
                  <a:lnTo>
                    <a:pt x="125964" y="58023"/>
                  </a:lnTo>
                  <a:lnTo>
                    <a:pt x="166640" y="33143"/>
                  </a:lnTo>
                  <a:lnTo>
                    <a:pt x="210565" y="14955"/>
                  </a:lnTo>
                  <a:lnTo>
                    <a:pt x="256920" y="3795"/>
                  </a:lnTo>
                  <a:lnTo>
                    <a:pt x="304887" y="0"/>
                  </a:lnTo>
                  <a:lnTo>
                    <a:pt x="5974476" y="1"/>
                  </a:lnTo>
                  <a:lnTo>
                    <a:pt x="6022440" y="3797"/>
                  </a:lnTo>
                  <a:lnTo>
                    <a:pt x="6068794" y="14958"/>
                  </a:lnTo>
                  <a:lnTo>
                    <a:pt x="6112719" y="33146"/>
                  </a:lnTo>
                  <a:lnTo>
                    <a:pt x="6153395" y="58026"/>
                  </a:lnTo>
                  <a:lnTo>
                    <a:pt x="6189999" y="89261"/>
                  </a:lnTo>
                  <a:lnTo>
                    <a:pt x="6221224" y="125871"/>
                  </a:lnTo>
                  <a:lnTo>
                    <a:pt x="6246104" y="166543"/>
                  </a:lnTo>
                  <a:lnTo>
                    <a:pt x="6264298" y="210465"/>
                  </a:lnTo>
                  <a:lnTo>
                    <a:pt x="6275464" y="256818"/>
                  </a:lnTo>
                  <a:lnTo>
                    <a:pt x="6276990" y="276094"/>
                  </a:lnTo>
                </a:path>
              </a:pathLst>
            </a:custGeom>
            <a:ln w="133350">
              <a:solidFill>
                <a:srgbClr val="F7D3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094042" y="5193578"/>
              <a:ext cx="1104899" cy="1028699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2138203" y="5203664"/>
              <a:ext cx="1017905" cy="966469"/>
            </a:xfrm>
            <a:custGeom>
              <a:avLst/>
              <a:gdLst/>
              <a:ahLst/>
              <a:cxnLst/>
              <a:rect l="l" t="t" r="r" b="b"/>
              <a:pathLst>
                <a:path w="1017905" h="966470">
                  <a:moveTo>
                    <a:pt x="508916" y="966319"/>
                  </a:moveTo>
                  <a:lnTo>
                    <a:pt x="67184" y="624600"/>
                  </a:lnTo>
                  <a:lnTo>
                    <a:pt x="43832" y="585192"/>
                  </a:lnTo>
                  <a:lnTo>
                    <a:pt x="41910" y="570053"/>
                  </a:lnTo>
                  <a:lnTo>
                    <a:pt x="41910" y="108515"/>
                  </a:lnTo>
                  <a:lnTo>
                    <a:pt x="40027" y="87268"/>
                  </a:lnTo>
                  <a:lnTo>
                    <a:pt x="25493" y="48679"/>
                  </a:lnTo>
                  <a:lnTo>
                    <a:pt x="1487" y="20868"/>
                  </a:lnTo>
                  <a:lnTo>
                    <a:pt x="0" y="14144"/>
                  </a:lnTo>
                  <a:lnTo>
                    <a:pt x="3864" y="4405"/>
                  </a:lnTo>
                  <a:lnTo>
                    <a:pt x="6163" y="1700"/>
                  </a:lnTo>
                  <a:lnTo>
                    <a:pt x="9062" y="0"/>
                  </a:lnTo>
                  <a:lnTo>
                    <a:pt x="14511" y="38"/>
                  </a:lnTo>
                  <a:lnTo>
                    <a:pt x="9912" y="830"/>
                  </a:lnTo>
                  <a:lnTo>
                    <a:pt x="6105" y="3922"/>
                  </a:lnTo>
                  <a:lnTo>
                    <a:pt x="2569" y="12888"/>
                  </a:lnTo>
                  <a:lnTo>
                    <a:pt x="2569" y="19225"/>
                  </a:lnTo>
                  <a:lnTo>
                    <a:pt x="9236" y="25409"/>
                  </a:lnTo>
                  <a:lnTo>
                    <a:pt x="10762" y="26896"/>
                  </a:lnTo>
                  <a:lnTo>
                    <a:pt x="36299" y="66467"/>
                  </a:lnTo>
                  <a:lnTo>
                    <a:pt x="43842" y="108515"/>
                  </a:lnTo>
                  <a:lnTo>
                    <a:pt x="43842" y="570053"/>
                  </a:lnTo>
                  <a:lnTo>
                    <a:pt x="45709" y="584783"/>
                  </a:lnTo>
                  <a:lnTo>
                    <a:pt x="68382" y="623093"/>
                  </a:lnTo>
                  <a:lnTo>
                    <a:pt x="482406" y="955382"/>
                  </a:lnTo>
                  <a:lnTo>
                    <a:pt x="508916" y="964387"/>
                  </a:lnTo>
                  <a:lnTo>
                    <a:pt x="516222" y="963797"/>
                  </a:lnTo>
                  <a:lnTo>
                    <a:pt x="949450" y="623093"/>
                  </a:lnTo>
                  <a:lnTo>
                    <a:pt x="972123" y="584783"/>
                  </a:lnTo>
                  <a:lnTo>
                    <a:pt x="973990" y="570053"/>
                  </a:lnTo>
                  <a:lnTo>
                    <a:pt x="973990" y="108457"/>
                  </a:lnTo>
                  <a:lnTo>
                    <a:pt x="975905" y="86877"/>
                  </a:lnTo>
                  <a:lnTo>
                    <a:pt x="990684" y="47653"/>
                  </a:lnTo>
                  <a:lnTo>
                    <a:pt x="1015263" y="19225"/>
                  </a:lnTo>
                  <a:lnTo>
                    <a:pt x="1015243" y="12888"/>
                  </a:lnTo>
                  <a:lnTo>
                    <a:pt x="1011688" y="3883"/>
                  </a:lnTo>
                  <a:lnTo>
                    <a:pt x="1007862" y="811"/>
                  </a:lnTo>
                  <a:lnTo>
                    <a:pt x="1003225" y="38"/>
                  </a:lnTo>
                  <a:lnTo>
                    <a:pt x="1008674" y="0"/>
                  </a:lnTo>
                  <a:lnTo>
                    <a:pt x="1011611" y="1700"/>
                  </a:lnTo>
                  <a:lnTo>
                    <a:pt x="1013949" y="4386"/>
                  </a:lnTo>
                  <a:lnTo>
                    <a:pt x="1015321" y="7844"/>
                  </a:lnTo>
                  <a:lnTo>
                    <a:pt x="1017813" y="14144"/>
                  </a:lnTo>
                  <a:lnTo>
                    <a:pt x="1016325" y="20868"/>
                  </a:lnTo>
                  <a:lnTo>
                    <a:pt x="1009910" y="26800"/>
                  </a:lnTo>
                  <a:lnTo>
                    <a:pt x="1008423" y="28268"/>
                  </a:lnTo>
                  <a:lnTo>
                    <a:pt x="983327" y="67153"/>
                  </a:lnTo>
                  <a:lnTo>
                    <a:pt x="975922" y="108457"/>
                  </a:lnTo>
                  <a:lnTo>
                    <a:pt x="975922" y="570053"/>
                  </a:lnTo>
                  <a:lnTo>
                    <a:pt x="974000" y="585200"/>
                  </a:lnTo>
                  <a:lnTo>
                    <a:pt x="950668" y="624600"/>
                  </a:lnTo>
                  <a:lnTo>
                    <a:pt x="536663" y="956889"/>
                  </a:lnTo>
                  <a:lnTo>
                    <a:pt x="516531" y="965701"/>
                  </a:lnTo>
                  <a:lnTo>
                    <a:pt x="508916" y="966319"/>
                  </a:lnTo>
                  <a:close/>
                </a:path>
              </a:pathLst>
            </a:custGeom>
            <a:solidFill>
              <a:srgbClr val="F7D38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59912" y="8101178"/>
              <a:ext cx="5981688" cy="685799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275124" y="7022499"/>
              <a:ext cx="6279515" cy="1372870"/>
            </a:xfrm>
            <a:custGeom>
              <a:avLst/>
              <a:gdLst/>
              <a:ahLst/>
              <a:cxnLst/>
              <a:rect l="l" t="t" r="r" b="b"/>
              <a:pathLst>
                <a:path w="6279515" h="1372870">
                  <a:moveTo>
                    <a:pt x="5974634" y="1372849"/>
                  </a:moveTo>
                  <a:lnTo>
                    <a:pt x="304799" y="1372849"/>
                  </a:lnTo>
                  <a:lnTo>
                    <a:pt x="256831" y="1369054"/>
                  </a:lnTo>
                  <a:lnTo>
                    <a:pt x="210476" y="1357892"/>
                  </a:lnTo>
                  <a:lnTo>
                    <a:pt x="166552" y="1339700"/>
                  </a:lnTo>
                  <a:lnTo>
                    <a:pt x="125879" y="1314815"/>
                  </a:lnTo>
                  <a:lnTo>
                    <a:pt x="89275" y="1283573"/>
                  </a:lnTo>
                  <a:lnTo>
                    <a:pt x="58040" y="1246973"/>
                  </a:lnTo>
                  <a:lnTo>
                    <a:pt x="33156" y="1206300"/>
                  </a:lnTo>
                  <a:lnTo>
                    <a:pt x="14962" y="1162374"/>
                  </a:lnTo>
                  <a:lnTo>
                    <a:pt x="3797" y="1116017"/>
                  </a:lnTo>
                  <a:lnTo>
                    <a:pt x="0" y="1068049"/>
                  </a:lnTo>
                  <a:lnTo>
                    <a:pt x="0" y="304799"/>
                  </a:lnTo>
                  <a:lnTo>
                    <a:pt x="3797" y="256832"/>
                  </a:lnTo>
                  <a:lnTo>
                    <a:pt x="14962" y="210474"/>
                  </a:lnTo>
                  <a:lnTo>
                    <a:pt x="33156" y="166549"/>
                  </a:lnTo>
                  <a:lnTo>
                    <a:pt x="58040" y="125876"/>
                  </a:lnTo>
                  <a:lnTo>
                    <a:pt x="89275" y="89275"/>
                  </a:lnTo>
                  <a:lnTo>
                    <a:pt x="125879" y="58045"/>
                  </a:lnTo>
                  <a:lnTo>
                    <a:pt x="166552" y="33161"/>
                  </a:lnTo>
                  <a:lnTo>
                    <a:pt x="210476" y="14965"/>
                  </a:lnTo>
                  <a:lnTo>
                    <a:pt x="256831" y="3798"/>
                  </a:lnTo>
                  <a:lnTo>
                    <a:pt x="304799" y="0"/>
                  </a:lnTo>
                  <a:lnTo>
                    <a:pt x="5974634" y="0"/>
                  </a:lnTo>
                  <a:lnTo>
                    <a:pt x="6022613" y="3798"/>
                  </a:lnTo>
                  <a:lnTo>
                    <a:pt x="6068972" y="14965"/>
                  </a:lnTo>
                  <a:lnTo>
                    <a:pt x="6112893" y="33161"/>
                  </a:lnTo>
                  <a:lnTo>
                    <a:pt x="6153561" y="58045"/>
                  </a:lnTo>
                  <a:lnTo>
                    <a:pt x="6190158" y="89275"/>
                  </a:lnTo>
                  <a:lnTo>
                    <a:pt x="6221400" y="125876"/>
                  </a:lnTo>
                  <a:lnTo>
                    <a:pt x="6246285" y="166549"/>
                  </a:lnTo>
                  <a:lnTo>
                    <a:pt x="6264477" y="210474"/>
                  </a:lnTo>
                  <a:lnTo>
                    <a:pt x="6275638" y="256832"/>
                  </a:lnTo>
                  <a:lnTo>
                    <a:pt x="6279434" y="304799"/>
                  </a:lnTo>
                  <a:lnTo>
                    <a:pt x="6279434" y="1068049"/>
                  </a:lnTo>
                  <a:lnTo>
                    <a:pt x="6275638" y="1116017"/>
                  </a:lnTo>
                  <a:lnTo>
                    <a:pt x="6264477" y="1162374"/>
                  </a:lnTo>
                  <a:lnTo>
                    <a:pt x="6246285" y="1206300"/>
                  </a:lnTo>
                  <a:lnTo>
                    <a:pt x="6221400" y="1246973"/>
                  </a:lnTo>
                  <a:lnTo>
                    <a:pt x="6190158" y="1283573"/>
                  </a:lnTo>
                  <a:lnTo>
                    <a:pt x="6153561" y="1314815"/>
                  </a:lnTo>
                  <a:lnTo>
                    <a:pt x="6112893" y="1339700"/>
                  </a:lnTo>
                  <a:lnTo>
                    <a:pt x="6068972" y="1357892"/>
                  </a:lnTo>
                  <a:lnTo>
                    <a:pt x="6022613" y="1369054"/>
                  </a:lnTo>
                  <a:lnTo>
                    <a:pt x="5974634" y="13728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275124" y="7022499"/>
              <a:ext cx="6277610" cy="1371600"/>
            </a:xfrm>
            <a:custGeom>
              <a:avLst/>
              <a:gdLst/>
              <a:ahLst/>
              <a:cxnLst/>
              <a:rect l="l" t="t" r="r" b="b"/>
              <a:pathLst>
                <a:path w="6277609" h="1371600">
                  <a:moveTo>
                    <a:pt x="6276993" y="1096601"/>
                  </a:moveTo>
                  <a:lnTo>
                    <a:pt x="6264298" y="1162325"/>
                  </a:lnTo>
                  <a:lnTo>
                    <a:pt x="6246104" y="1206248"/>
                  </a:lnTo>
                  <a:lnTo>
                    <a:pt x="6221217" y="1246916"/>
                  </a:lnTo>
                  <a:lnTo>
                    <a:pt x="6189978" y="1283511"/>
                  </a:lnTo>
                  <a:lnTo>
                    <a:pt x="6153383" y="1314752"/>
                  </a:lnTo>
                  <a:lnTo>
                    <a:pt x="6112714" y="1339639"/>
                  </a:lnTo>
                  <a:lnTo>
                    <a:pt x="6068793" y="1357832"/>
                  </a:lnTo>
                  <a:lnTo>
                    <a:pt x="6022440" y="1368994"/>
                  </a:lnTo>
                  <a:lnTo>
                    <a:pt x="5989505" y="1371601"/>
                  </a:lnTo>
                </a:path>
                <a:path w="6277609" h="1371600">
                  <a:moveTo>
                    <a:pt x="289862" y="1371602"/>
                  </a:moveTo>
                  <a:lnTo>
                    <a:pt x="210565" y="1357831"/>
                  </a:lnTo>
                  <a:lnTo>
                    <a:pt x="166643" y="1339639"/>
                  </a:lnTo>
                  <a:lnTo>
                    <a:pt x="125973" y="1314755"/>
                  </a:lnTo>
                  <a:lnTo>
                    <a:pt x="89375" y="1283518"/>
                  </a:lnTo>
                  <a:lnTo>
                    <a:pt x="58138" y="1246919"/>
                  </a:lnTo>
                  <a:lnTo>
                    <a:pt x="33253" y="1206248"/>
                  </a:lnTo>
                  <a:lnTo>
                    <a:pt x="15059" y="1162325"/>
                  </a:lnTo>
                  <a:lnTo>
                    <a:pt x="3896" y="1115969"/>
                  </a:lnTo>
                  <a:lnTo>
                    <a:pt x="0" y="1068000"/>
                  </a:lnTo>
                  <a:lnTo>
                    <a:pt x="1" y="304778"/>
                  </a:lnTo>
                  <a:lnTo>
                    <a:pt x="3900" y="256820"/>
                  </a:lnTo>
                  <a:lnTo>
                    <a:pt x="15065" y="210467"/>
                  </a:lnTo>
                  <a:lnTo>
                    <a:pt x="33257" y="166545"/>
                  </a:lnTo>
                  <a:lnTo>
                    <a:pt x="58139" y="125874"/>
                  </a:lnTo>
                  <a:lnTo>
                    <a:pt x="89373" y="89273"/>
                  </a:lnTo>
                  <a:lnTo>
                    <a:pt x="125976" y="58043"/>
                  </a:lnTo>
                  <a:lnTo>
                    <a:pt x="166646" y="33161"/>
                  </a:lnTo>
                  <a:lnTo>
                    <a:pt x="210567" y="14966"/>
                  </a:lnTo>
                  <a:lnTo>
                    <a:pt x="256919" y="3798"/>
                  </a:lnTo>
                  <a:lnTo>
                    <a:pt x="304886" y="0"/>
                  </a:lnTo>
                  <a:lnTo>
                    <a:pt x="5974476" y="0"/>
                  </a:lnTo>
                  <a:lnTo>
                    <a:pt x="6022440" y="3797"/>
                  </a:lnTo>
                  <a:lnTo>
                    <a:pt x="6068791" y="14964"/>
                  </a:lnTo>
                  <a:lnTo>
                    <a:pt x="6112710" y="33160"/>
                  </a:lnTo>
                  <a:lnTo>
                    <a:pt x="6153378" y="58045"/>
                  </a:lnTo>
                  <a:lnTo>
                    <a:pt x="6189978" y="89279"/>
                  </a:lnTo>
                  <a:lnTo>
                    <a:pt x="6221217" y="125875"/>
                  </a:lnTo>
                  <a:lnTo>
                    <a:pt x="6246101" y="166545"/>
                  </a:lnTo>
                  <a:lnTo>
                    <a:pt x="6264292" y="210466"/>
                  </a:lnTo>
                  <a:lnTo>
                    <a:pt x="6275455" y="256820"/>
                  </a:lnTo>
                  <a:lnTo>
                    <a:pt x="6276992" y="276216"/>
                  </a:lnTo>
                </a:path>
              </a:pathLst>
            </a:custGeom>
            <a:ln w="133350">
              <a:solidFill>
                <a:srgbClr val="F7B1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55892" y="6984826"/>
              <a:ext cx="1104899" cy="1028699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1500053" y="6994913"/>
              <a:ext cx="1017905" cy="966469"/>
            </a:xfrm>
            <a:custGeom>
              <a:avLst/>
              <a:gdLst/>
              <a:ahLst/>
              <a:cxnLst/>
              <a:rect l="l" t="t" r="r" b="b"/>
              <a:pathLst>
                <a:path w="1017905" h="966470">
                  <a:moveTo>
                    <a:pt x="508916" y="966319"/>
                  </a:moveTo>
                  <a:lnTo>
                    <a:pt x="67184" y="624600"/>
                  </a:lnTo>
                  <a:lnTo>
                    <a:pt x="43832" y="585192"/>
                  </a:lnTo>
                  <a:lnTo>
                    <a:pt x="41910" y="570053"/>
                  </a:lnTo>
                  <a:lnTo>
                    <a:pt x="41910" y="108515"/>
                  </a:lnTo>
                  <a:lnTo>
                    <a:pt x="40027" y="87268"/>
                  </a:lnTo>
                  <a:lnTo>
                    <a:pt x="25493" y="48679"/>
                  </a:lnTo>
                  <a:lnTo>
                    <a:pt x="1487" y="20868"/>
                  </a:lnTo>
                  <a:lnTo>
                    <a:pt x="0" y="14144"/>
                  </a:lnTo>
                  <a:lnTo>
                    <a:pt x="3864" y="4405"/>
                  </a:lnTo>
                  <a:lnTo>
                    <a:pt x="6163" y="1700"/>
                  </a:lnTo>
                  <a:lnTo>
                    <a:pt x="9062" y="0"/>
                  </a:lnTo>
                  <a:lnTo>
                    <a:pt x="14511" y="38"/>
                  </a:lnTo>
                  <a:lnTo>
                    <a:pt x="9912" y="830"/>
                  </a:lnTo>
                  <a:lnTo>
                    <a:pt x="6105" y="3922"/>
                  </a:lnTo>
                  <a:lnTo>
                    <a:pt x="2569" y="12888"/>
                  </a:lnTo>
                  <a:lnTo>
                    <a:pt x="2569" y="19225"/>
                  </a:lnTo>
                  <a:lnTo>
                    <a:pt x="9236" y="25409"/>
                  </a:lnTo>
                  <a:lnTo>
                    <a:pt x="10762" y="26896"/>
                  </a:lnTo>
                  <a:lnTo>
                    <a:pt x="36299" y="66467"/>
                  </a:lnTo>
                  <a:lnTo>
                    <a:pt x="43842" y="108515"/>
                  </a:lnTo>
                  <a:lnTo>
                    <a:pt x="43842" y="570053"/>
                  </a:lnTo>
                  <a:lnTo>
                    <a:pt x="45709" y="584783"/>
                  </a:lnTo>
                  <a:lnTo>
                    <a:pt x="68382" y="623093"/>
                  </a:lnTo>
                  <a:lnTo>
                    <a:pt x="482406" y="955382"/>
                  </a:lnTo>
                  <a:lnTo>
                    <a:pt x="508916" y="964387"/>
                  </a:lnTo>
                  <a:lnTo>
                    <a:pt x="516222" y="963797"/>
                  </a:lnTo>
                  <a:lnTo>
                    <a:pt x="949450" y="623093"/>
                  </a:lnTo>
                  <a:lnTo>
                    <a:pt x="972123" y="584783"/>
                  </a:lnTo>
                  <a:lnTo>
                    <a:pt x="973990" y="570053"/>
                  </a:lnTo>
                  <a:lnTo>
                    <a:pt x="973990" y="108457"/>
                  </a:lnTo>
                  <a:lnTo>
                    <a:pt x="975905" y="86877"/>
                  </a:lnTo>
                  <a:lnTo>
                    <a:pt x="990684" y="47653"/>
                  </a:lnTo>
                  <a:lnTo>
                    <a:pt x="1015263" y="19225"/>
                  </a:lnTo>
                  <a:lnTo>
                    <a:pt x="1015243" y="12888"/>
                  </a:lnTo>
                  <a:lnTo>
                    <a:pt x="1011688" y="3883"/>
                  </a:lnTo>
                  <a:lnTo>
                    <a:pt x="1007862" y="811"/>
                  </a:lnTo>
                  <a:lnTo>
                    <a:pt x="1003225" y="38"/>
                  </a:lnTo>
                  <a:lnTo>
                    <a:pt x="1008674" y="0"/>
                  </a:lnTo>
                  <a:lnTo>
                    <a:pt x="1011611" y="1700"/>
                  </a:lnTo>
                  <a:lnTo>
                    <a:pt x="1013949" y="4386"/>
                  </a:lnTo>
                  <a:lnTo>
                    <a:pt x="1015321" y="7844"/>
                  </a:lnTo>
                  <a:lnTo>
                    <a:pt x="1017813" y="14144"/>
                  </a:lnTo>
                  <a:lnTo>
                    <a:pt x="1016325" y="20868"/>
                  </a:lnTo>
                  <a:lnTo>
                    <a:pt x="1009910" y="26800"/>
                  </a:lnTo>
                  <a:lnTo>
                    <a:pt x="1008423" y="28268"/>
                  </a:lnTo>
                  <a:lnTo>
                    <a:pt x="983327" y="67153"/>
                  </a:lnTo>
                  <a:lnTo>
                    <a:pt x="975922" y="108457"/>
                  </a:lnTo>
                  <a:lnTo>
                    <a:pt x="975922" y="570053"/>
                  </a:lnTo>
                  <a:lnTo>
                    <a:pt x="974000" y="585200"/>
                  </a:lnTo>
                  <a:lnTo>
                    <a:pt x="950668" y="624600"/>
                  </a:lnTo>
                  <a:lnTo>
                    <a:pt x="536663" y="956889"/>
                  </a:lnTo>
                  <a:lnTo>
                    <a:pt x="516531" y="965701"/>
                  </a:lnTo>
                  <a:lnTo>
                    <a:pt x="508916" y="966319"/>
                  </a:lnTo>
                  <a:close/>
                </a:path>
              </a:pathLst>
            </a:custGeom>
            <a:solidFill>
              <a:srgbClr val="F7B1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9333" y="9298951"/>
              <a:ext cx="5419688" cy="619124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537085" y="8853341"/>
              <a:ext cx="6279515" cy="1372870"/>
            </a:xfrm>
            <a:custGeom>
              <a:avLst/>
              <a:gdLst/>
              <a:ahLst/>
              <a:cxnLst/>
              <a:rect l="l" t="t" r="r" b="b"/>
              <a:pathLst>
                <a:path w="6279515" h="1372870">
                  <a:moveTo>
                    <a:pt x="5974631" y="1372849"/>
                  </a:moveTo>
                  <a:lnTo>
                    <a:pt x="304799" y="1372849"/>
                  </a:lnTo>
                  <a:lnTo>
                    <a:pt x="256830" y="1369051"/>
                  </a:lnTo>
                  <a:lnTo>
                    <a:pt x="210474" y="1357883"/>
                  </a:lnTo>
                  <a:lnTo>
                    <a:pt x="166550" y="1339687"/>
                  </a:lnTo>
                  <a:lnTo>
                    <a:pt x="125877" y="1314803"/>
                  </a:lnTo>
                  <a:lnTo>
                    <a:pt x="89272" y="1283573"/>
                  </a:lnTo>
                  <a:lnTo>
                    <a:pt x="58038" y="1246961"/>
                  </a:lnTo>
                  <a:lnTo>
                    <a:pt x="33154" y="1206287"/>
                  </a:lnTo>
                  <a:lnTo>
                    <a:pt x="14961" y="1162365"/>
                  </a:lnTo>
                  <a:lnTo>
                    <a:pt x="3796" y="1116014"/>
                  </a:lnTo>
                  <a:lnTo>
                    <a:pt x="0" y="1068049"/>
                  </a:lnTo>
                  <a:lnTo>
                    <a:pt x="0" y="304799"/>
                  </a:lnTo>
                  <a:lnTo>
                    <a:pt x="3796" y="256832"/>
                  </a:lnTo>
                  <a:lnTo>
                    <a:pt x="14961" y="210474"/>
                  </a:lnTo>
                  <a:lnTo>
                    <a:pt x="33154" y="166549"/>
                  </a:lnTo>
                  <a:lnTo>
                    <a:pt x="58038" y="125876"/>
                  </a:lnTo>
                  <a:lnTo>
                    <a:pt x="89272" y="89275"/>
                  </a:lnTo>
                  <a:lnTo>
                    <a:pt x="125877" y="58033"/>
                  </a:lnTo>
                  <a:lnTo>
                    <a:pt x="166550" y="33148"/>
                  </a:lnTo>
                  <a:lnTo>
                    <a:pt x="210474" y="14957"/>
                  </a:lnTo>
                  <a:lnTo>
                    <a:pt x="256830" y="3795"/>
                  </a:lnTo>
                  <a:lnTo>
                    <a:pt x="304799" y="0"/>
                  </a:lnTo>
                  <a:lnTo>
                    <a:pt x="5974631" y="0"/>
                  </a:lnTo>
                  <a:lnTo>
                    <a:pt x="6022610" y="3795"/>
                  </a:lnTo>
                  <a:lnTo>
                    <a:pt x="6068969" y="14957"/>
                  </a:lnTo>
                  <a:lnTo>
                    <a:pt x="6112890" y="33148"/>
                  </a:lnTo>
                  <a:lnTo>
                    <a:pt x="6153558" y="58033"/>
                  </a:lnTo>
                  <a:lnTo>
                    <a:pt x="6190155" y="89275"/>
                  </a:lnTo>
                  <a:lnTo>
                    <a:pt x="6221397" y="125876"/>
                  </a:lnTo>
                  <a:lnTo>
                    <a:pt x="6246282" y="166549"/>
                  </a:lnTo>
                  <a:lnTo>
                    <a:pt x="6264474" y="210474"/>
                  </a:lnTo>
                  <a:lnTo>
                    <a:pt x="6275635" y="256832"/>
                  </a:lnTo>
                  <a:lnTo>
                    <a:pt x="6279431" y="304799"/>
                  </a:lnTo>
                  <a:lnTo>
                    <a:pt x="6279431" y="1068049"/>
                  </a:lnTo>
                  <a:lnTo>
                    <a:pt x="6275635" y="1116014"/>
                  </a:lnTo>
                  <a:lnTo>
                    <a:pt x="6264474" y="1162365"/>
                  </a:lnTo>
                  <a:lnTo>
                    <a:pt x="6246282" y="1206287"/>
                  </a:lnTo>
                  <a:lnTo>
                    <a:pt x="6221397" y="1246961"/>
                  </a:lnTo>
                  <a:lnTo>
                    <a:pt x="6190155" y="1283573"/>
                  </a:lnTo>
                  <a:lnTo>
                    <a:pt x="6153558" y="1314803"/>
                  </a:lnTo>
                  <a:lnTo>
                    <a:pt x="6112890" y="1339687"/>
                  </a:lnTo>
                  <a:lnTo>
                    <a:pt x="6068969" y="1357883"/>
                  </a:lnTo>
                  <a:lnTo>
                    <a:pt x="6022610" y="1369051"/>
                  </a:lnTo>
                  <a:lnTo>
                    <a:pt x="5974631" y="13728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37084" y="8853341"/>
              <a:ext cx="6277610" cy="1371600"/>
            </a:xfrm>
            <a:custGeom>
              <a:avLst/>
              <a:gdLst/>
              <a:ahLst/>
              <a:cxnLst/>
              <a:rect l="l" t="t" r="r" b="b"/>
              <a:pathLst>
                <a:path w="6277609" h="1371600">
                  <a:moveTo>
                    <a:pt x="6276996" y="1096534"/>
                  </a:moveTo>
                  <a:lnTo>
                    <a:pt x="6264288" y="1162322"/>
                  </a:lnTo>
                  <a:lnTo>
                    <a:pt x="6246097" y="1206245"/>
                  </a:lnTo>
                  <a:lnTo>
                    <a:pt x="6221213" y="1246915"/>
                  </a:lnTo>
                  <a:lnTo>
                    <a:pt x="6189976" y="1283511"/>
                  </a:lnTo>
                  <a:lnTo>
                    <a:pt x="6153375" y="1314744"/>
                  </a:lnTo>
                  <a:lnTo>
                    <a:pt x="6112707" y="1339628"/>
                  </a:lnTo>
                  <a:lnTo>
                    <a:pt x="6068788" y="1357824"/>
                  </a:lnTo>
                  <a:lnTo>
                    <a:pt x="6022437" y="1368991"/>
                  </a:lnTo>
                  <a:lnTo>
                    <a:pt x="5989491" y="1371601"/>
                  </a:lnTo>
                </a:path>
                <a:path w="6277609" h="1371600">
                  <a:moveTo>
                    <a:pt x="289873" y="1371603"/>
                  </a:moveTo>
                  <a:lnTo>
                    <a:pt x="210566" y="1357824"/>
                  </a:lnTo>
                  <a:lnTo>
                    <a:pt x="166646" y="1339630"/>
                  </a:lnTo>
                  <a:lnTo>
                    <a:pt x="125976" y="1314748"/>
                  </a:lnTo>
                  <a:lnTo>
                    <a:pt x="89372" y="1283518"/>
                  </a:lnTo>
                  <a:lnTo>
                    <a:pt x="58137" y="1246918"/>
                  </a:lnTo>
                  <a:lnTo>
                    <a:pt x="33255" y="1206246"/>
                  </a:lnTo>
                  <a:lnTo>
                    <a:pt x="15061" y="1162324"/>
                  </a:lnTo>
                  <a:lnTo>
                    <a:pt x="3896" y="1115969"/>
                  </a:lnTo>
                  <a:lnTo>
                    <a:pt x="0" y="1068000"/>
                  </a:lnTo>
                  <a:lnTo>
                    <a:pt x="0" y="304778"/>
                  </a:lnTo>
                  <a:lnTo>
                    <a:pt x="3891" y="256818"/>
                  </a:lnTo>
                  <a:lnTo>
                    <a:pt x="15055" y="210464"/>
                  </a:lnTo>
                  <a:lnTo>
                    <a:pt x="33247" y="166540"/>
                  </a:lnTo>
                  <a:lnTo>
                    <a:pt x="58127" y="125866"/>
                  </a:lnTo>
                  <a:lnTo>
                    <a:pt x="89355" y="89256"/>
                  </a:lnTo>
                  <a:lnTo>
                    <a:pt x="125962" y="58024"/>
                  </a:lnTo>
                  <a:lnTo>
                    <a:pt x="166637" y="33144"/>
                  </a:lnTo>
                  <a:lnTo>
                    <a:pt x="210562" y="14956"/>
                  </a:lnTo>
                  <a:lnTo>
                    <a:pt x="256917" y="3795"/>
                  </a:lnTo>
                  <a:lnTo>
                    <a:pt x="304883" y="0"/>
                  </a:lnTo>
                  <a:lnTo>
                    <a:pt x="5974473" y="0"/>
                  </a:lnTo>
                  <a:lnTo>
                    <a:pt x="6022438" y="3794"/>
                  </a:lnTo>
                  <a:lnTo>
                    <a:pt x="6068793" y="14955"/>
                  </a:lnTo>
                  <a:lnTo>
                    <a:pt x="6112717" y="33146"/>
                  </a:lnTo>
                  <a:lnTo>
                    <a:pt x="6153389" y="58030"/>
                  </a:lnTo>
                  <a:lnTo>
                    <a:pt x="6189991" y="89266"/>
                  </a:lnTo>
                  <a:lnTo>
                    <a:pt x="6221223" y="125870"/>
                  </a:lnTo>
                  <a:lnTo>
                    <a:pt x="6246104" y="166542"/>
                  </a:lnTo>
                  <a:lnTo>
                    <a:pt x="6264295" y="210465"/>
                  </a:lnTo>
                  <a:lnTo>
                    <a:pt x="6275455" y="256819"/>
                  </a:lnTo>
                  <a:lnTo>
                    <a:pt x="6276993" y="276226"/>
                  </a:lnTo>
                </a:path>
              </a:pathLst>
            </a:custGeom>
            <a:ln w="133350">
              <a:solidFill>
                <a:srgbClr val="FF82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17852" y="8815669"/>
              <a:ext cx="1104899" cy="1028699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762010" y="8825755"/>
              <a:ext cx="1017905" cy="966469"/>
            </a:xfrm>
            <a:custGeom>
              <a:avLst/>
              <a:gdLst/>
              <a:ahLst/>
              <a:cxnLst/>
              <a:rect l="l" t="t" r="r" b="b"/>
              <a:pathLst>
                <a:path w="1017905" h="966470">
                  <a:moveTo>
                    <a:pt x="508916" y="966319"/>
                  </a:moveTo>
                  <a:lnTo>
                    <a:pt x="67184" y="624600"/>
                  </a:lnTo>
                  <a:lnTo>
                    <a:pt x="43832" y="585192"/>
                  </a:lnTo>
                  <a:lnTo>
                    <a:pt x="41910" y="570053"/>
                  </a:lnTo>
                  <a:lnTo>
                    <a:pt x="41910" y="108515"/>
                  </a:lnTo>
                  <a:lnTo>
                    <a:pt x="40027" y="87268"/>
                  </a:lnTo>
                  <a:lnTo>
                    <a:pt x="25493" y="48679"/>
                  </a:lnTo>
                  <a:lnTo>
                    <a:pt x="1487" y="20868"/>
                  </a:lnTo>
                  <a:lnTo>
                    <a:pt x="0" y="14144"/>
                  </a:lnTo>
                  <a:lnTo>
                    <a:pt x="3864" y="4405"/>
                  </a:lnTo>
                  <a:lnTo>
                    <a:pt x="6163" y="1700"/>
                  </a:lnTo>
                  <a:lnTo>
                    <a:pt x="9062" y="0"/>
                  </a:lnTo>
                  <a:lnTo>
                    <a:pt x="14511" y="38"/>
                  </a:lnTo>
                  <a:lnTo>
                    <a:pt x="9912" y="830"/>
                  </a:lnTo>
                  <a:lnTo>
                    <a:pt x="6105" y="3922"/>
                  </a:lnTo>
                  <a:lnTo>
                    <a:pt x="2569" y="12888"/>
                  </a:lnTo>
                  <a:lnTo>
                    <a:pt x="2569" y="19225"/>
                  </a:lnTo>
                  <a:lnTo>
                    <a:pt x="9236" y="25409"/>
                  </a:lnTo>
                  <a:lnTo>
                    <a:pt x="10762" y="26896"/>
                  </a:lnTo>
                  <a:lnTo>
                    <a:pt x="36299" y="66467"/>
                  </a:lnTo>
                  <a:lnTo>
                    <a:pt x="43842" y="108515"/>
                  </a:lnTo>
                  <a:lnTo>
                    <a:pt x="43842" y="570053"/>
                  </a:lnTo>
                  <a:lnTo>
                    <a:pt x="45709" y="584783"/>
                  </a:lnTo>
                  <a:lnTo>
                    <a:pt x="68382" y="623093"/>
                  </a:lnTo>
                  <a:lnTo>
                    <a:pt x="482406" y="955382"/>
                  </a:lnTo>
                  <a:lnTo>
                    <a:pt x="508916" y="964387"/>
                  </a:lnTo>
                  <a:lnTo>
                    <a:pt x="516222" y="963797"/>
                  </a:lnTo>
                  <a:lnTo>
                    <a:pt x="949450" y="623093"/>
                  </a:lnTo>
                  <a:lnTo>
                    <a:pt x="972123" y="584783"/>
                  </a:lnTo>
                  <a:lnTo>
                    <a:pt x="973990" y="570053"/>
                  </a:lnTo>
                  <a:lnTo>
                    <a:pt x="973990" y="108457"/>
                  </a:lnTo>
                  <a:lnTo>
                    <a:pt x="975905" y="86877"/>
                  </a:lnTo>
                  <a:lnTo>
                    <a:pt x="990684" y="47653"/>
                  </a:lnTo>
                  <a:lnTo>
                    <a:pt x="1015263" y="19225"/>
                  </a:lnTo>
                  <a:lnTo>
                    <a:pt x="1015243" y="12888"/>
                  </a:lnTo>
                  <a:lnTo>
                    <a:pt x="1011688" y="3883"/>
                  </a:lnTo>
                  <a:lnTo>
                    <a:pt x="1007862" y="811"/>
                  </a:lnTo>
                  <a:lnTo>
                    <a:pt x="1003225" y="38"/>
                  </a:lnTo>
                  <a:lnTo>
                    <a:pt x="1008674" y="0"/>
                  </a:lnTo>
                  <a:lnTo>
                    <a:pt x="1011611" y="1700"/>
                  </a:lnTo>
                  <a:lnTo>
                    <a:pt x="1013949" y="4386"/>
                  </a:lnTo>
                  <a:lnTo>
                    <a:pt x="1015321" y="7844"/>
                  </a:lnTo>
                  <a:lnTo>
                    <a:pt x="1017813" y="14144"/>
                  </a:lnTo>
                  <a:lnTo>
                    <a:pt x="1016325" y="20868"/>
                  </a:lnTo>
                  <a:lnTo>
                    <a:pt x="1009910" y="26800"/>
                  </a:lnTo>
                  <a:lnTo>
                    <a:pt x="1008423" y="28268"/>
                  </a:lnTo>
                  <a:lnTo>
                    <a:pt x="983327" y="67153"/>
                  </a:lnTo>
                  <a:lnTo>
                    <a:pt x="975922" y="108457"/>
                  </a:lnTo>
                  <a:lnTo>
                    <a:pt x="975922" y="570053"/>
                  </a:lnTo>
                  <a:lnTo>
                    <a:pt x="974000" y="585200"/>
                  </a:lnTo>
                  <a:lnTo>
                    <a:pt x="950668" y="624600"/>
                  </a:lnTo>
                  <a:lnTo>
                    <a:pt x="536663" y="956889"/>
                  </a:lnTo>
                  <a:lnTo>
                    <a:pt x="516531" y="965701"/>
                  </a:lnTo>
                  <a:lnTo>
                    <a:pt x="508916" y="966319"/>
                  </a:lnTo>
                  <a:close/>
                </a:path>
              </a:pathLst>
            </a:custGeom>
            <a:solidFill>
              <a:srgbClr val="FF827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0" y="9539753"/>
              <a:ext cx="432434" cy="0"/>
            </a:xfrm>
            <a:custGeom>
              <a:avLst/>
              <a:gdLst/>
              <a:ahLst/>
              <a:cxnLst/>
              <a:rect l="l" t="t" r="r" b="b"/>
              <a:pathLst>
                <a:path w="432434">
                  <a:moveTo>
                    <a:pt x="0" y="0"/>
                  </a:moveTo>
                  <a:lnTo>
                    <a:pt x="432311" y="0"/>
                  </a:lnTo>
                </a:path>
              </a:pathLst>
            </a:custGeom>
            <a:ln w="38100">
              <a:solidFill>
                <a:srgbClr val="3332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2786" y="9463554"/>
              <a:ext cx="114300" cy="152400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0" y="7708924"/>
              <a:ext cx="1170940" cy="0"/>
            </a:xfrm>
            <a:custGeom>
              <a:avLst/>
              <a:gdLst/>
              <a:ahLst/>
              <a:cxnLst/>
              <a:rect l="l" t="t" r="r" b="b"/>
              <a:pathLst>
                <a:path w="1170940">
                  <a:moveTo>
                    <a:pt x="0" y="0"/>
                  </a:moveTo>
                  <a:lnTo>
                    <a:pt x="1170355" y="0"/>
                  </a:lnTo>
                </a:path>
              </a:pathLst>
            </a:custGeom>
            <a:ln w="38100">
              <a:solidFill>
                <a:srgbClr val="3332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60830" y="7632724"/>
              <a:ext cx="114300" cy="152400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0" y="5823721"/>
              <a:ext cx="1828164" cy="0"/>
            </a:xfrm>
            <a:custGeom>
              <a:avLst/>
              <a:gdLst/>
              <a:ahLst/>
              <a:cxnLst/>
              <a:rect l="l" t="t" r="r" b="b"/>
              <a:pathLst>
                <a:path w="1828164">
                  <a:moveTo>
                    <a:pt x="0" y="0"/>
                  </a:moveTo>
                  <a:lnTo>
                    <a:pt x="1827552" y="0"/>
                  </a:lnTo>
                </a:path>
              </a:pathLst>
            </a:custGeom>
            <a:ln w="38100">
              <a:solidFill>
                <a:srgbClr val="3332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18027" y="5747521"/>
              <a:ext cx="114300" cy="152400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0" y="4126412"/>
              <a:ext cx="1167130" cy="0"/>
            </a:xfrm>
            <a:custGeom>
              <a:avLst/>
              <a:gdLst/>
              <a:ahLst/>
              <a:cxnLst/>
              <a:rect l="l" t="t" r="r" b="b"/>
              <a:pathLst>
                <a:path w="1167130">
                  <a:moveTo>
                    <a:pt x="0" y="0"/>
                  </a:moveTo>
                  <a:lnTo>
                    <a:pt x="1166841" y="0"/>
                  </a:lnTo>
                </a:path>
              </a:pathLst>
            </a:custGeom>
            <a:ln w="38100">
              <a:solidFill>
                <a:srgbClr val="3332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57316" y="4050212"/>
              <a:ext cx="114300" cy="152400"/>
            </a:xfrm>
            <a:prstGeom prst="rect">
              <a:avLst/>
            </a:prstGeom>
          </p:spPr>
        </p:pic>
      </p:grpSp>
      <p:sp>
        <p:nvSpPr>
          <p:cNvPr id="42" name="object 42"/>
          <p:cNvSpPr/>
          <p:nvPr/>
        </p:nvSpPr>
        <p:spPr>
          <a:xfrm>
            <a:off x="3672614" y="3873608"/>
            <a:ext cx="7620" cy="19050"/>
          </a:xfrm>
          <a:custGeom>
            <a:avLst/>
            <a:gdLst/>
            <a:ahLst/>
            <a:cxnLst/>
            <a:rect l="l" t="t" r="r" b="b"/>
            <a:pathLst>
              <a:path w="7620" h="19050">
                <a:moveTo>
                  <a:pt x="7155" y="19055"/>
                </a:moveTo>
                <a:lnTo>
                  <a:pt x="0" y="19055"/>
                </a:lnTo>
                <a:lnTo>
                  <a:pt x="0" y="0"/>
                </a:lnTo>
                <a:lnTo>
                  <a:pt x="7155" y="0"/>
                </a:lnTo>
                <a:lnTo>
                  <a:pt x="7155" y="19055"/>
                </a:lnTo>
                <a:close/>
              </a:path>
            </a:pathLst>
          </a:custGeom>
          <a:solidFill>
            <a:srgbClr val="33333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5141192" y="5664862"/>
            <a:ext cx="7620" cy="19050"/>
          </a:xfrm>
          <a:custGeom>
            <a:avLst/>
            <a:gdLst/>
            <a:ahLst/>
            <a:cxnLst/>
            <a:rect l="l" t="t" r="r" b="b"/>
            <a:pathLst>
              <a:path w="7620" h="19050">
                <a:moveTo>
                  <a:pt x="7062" y="19055"/>
                </a:moveTo>
                <a:lnTo>
                  <a:pt x="0" y="19055"/>
                </a:lnTo>
                <a:lnTo>
                  <a:pt x="0" y="0"/>
                </a:lnTo>
                <a:lnTo>
                  <a:pt x="7062" y="0"/>
                </a:lnTo>
                <a:lnTo>
                  <a:pt x="7062" y="19055"/>
                </a:lnTo>
                <a:close/>
              </a:path>
            </a:pathLst>
          </a:custGeom>
          <a:solidFill>
            <a:srgbClr val="33333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3276767" y="5363833"/>
            <a:ext cx="4610735" cy="280846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sz="1350" spc="35" dirty="0">
                <a:solidFill>
                  <a:srgbClr val="333332"/>
                </a:solidFill>
                <a:latin typeface="Century Gothic"/>
                <a:cs typeface="Century Gothic"/>
              </a:rPr>
              <a:t>.</a:t>
            </a:r>
            <a:endParaRPr sz="1350" dirty="0">
              <a:latin typeface="Century Gothic"/>
              <a:cs typeface="Century Gothic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324523-685D-5E58-8B7C-E7AA7914251D}"/>
              </a:ext>
            </a:extLst>
          </p:cNvPr>
          <p:cNvSpPr txBox="1"/>
          <p:nvPr/>
        </p:nvSpPr>
        <p:spPr>
          <a:xfrm>
            <a:off x="2141299" y="1603086"/>
            <a:ext cx="455938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Santali Need:</a:t>
            </a:r>
            <a:r>
              <a:rPr lang="en-IN" dirty="0"/>
              <a:t> Census 2011 records </a:t>
            </a:r>
            <a:r>
              <a:rPr lang="en-IN" b="1" dirty="0"/>
              <a:t>7.36 million Santali mother-tongue speakers</a:t>
            </a:r>
            <a:r>
              <a:rPr lang="en-IN" dirty="0"/>
              <a:t>, making it a strong priority for a dedicated multilingual learning solution.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BA75D14-678C-4D57-9022-986A1C5E1249}"/>
              </a:ext>
            </a:extLst>
          </p:cNvPr>
          <p:cNvSpPr txBox="1"/>
          <p:nvPr/>
        </p:nvSpPr>
        <p:spPr>
          <a:xfrm>
            <a:off x="3056617" y="3417389"/>
            <a:ext cx="479160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Proven AI Foundation:</a:t>
            </a:r>
            <a:r>
              <a:rPr lang="en-IN" dirty="0"/>
              <a:t> </a:t>
            </a:r>
            <a:r>
              <a:rPr lang="en-IN" b="1" dirty="0"/>
              <a:t>AI4Bharat IndicTrans2 (2023)</a:t>
            </a:r>
            <a:r>
              <a:rPr lang="en-IN" dirty="0"/>
              <a:t> provides the open-source translation technology powering VISTA’s Hindi-to-Santali translation.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09D380D-3166-5D31-6893-6FF20056F7FA}"/>
              </a:ext>
            </a:extLst>
          </p:cNvPr>
          <p:cNvSpPr txBox="1"/>
          <p:nvPr/>
        </p:nvSpPr>
        <p:spPr>
          <a:xfrm>
            <a:off x="3465265" y="5099114"/>
            <a:ext cx="46107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Policy Alignment:</a:t>
            </a:r>
            <a:r>
              <a:rPr lang="en-IN" dirty="0"/>
              <a:t> </a:t>
            </a:r>
            <a:r>
              <a:rPr lang="en-IN" b="1" dirty="0"/>
              <a:t>NEP 2020 &amp; NIPUN Bharat</a:t>
            </a:r>
            <a:r>
              <a:rPr lang="en-IN" dirty="0"/>
              <a:t> promote mother-tongue learning in early grades and aim for </a:t>
            </a:r>
            <a:r>
              <a:rPr lang="en-IN" b="1" dirty="0"/>
              <a:t>Foundational Literacy by Grade 3</a:t>
            </a:r>
            <a:r>
              <a:rPr lang="en-IN" dirty="0"/>
              <a:t>.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2AEFCD2-9214-240F-285C-FF956A3FB18C}"/>
              </a:ext>
            </a:extLst>
          </p:cNvPr>
          <p:cNvSpPr txBox="1"/>
          <p:nvPr/>
        </p:nvSpPr>
        <p:spPr>
          <a:xfrm>
            <a:off x="2846747" y="6926465"/>
            <a:ext cx="475297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750" b="1" dirty="0"/>
              <a:t>Learning Gap:</a:t>
            </a:r>
            <a:r>
              <a:rPr lang="en-IN" sz="1750" dirty="0"/>
              <a:t> </a:t>
            </a:r>
            <a:r>
              <a:rPr lang="en-IN" sz="1750" b="1" dirty="0"/>
              <a:t>ASER 2024</a:t>
            </a:r>
            <a:r>
              <a:rPr lang="en-IN" sz="1750" dirty="0"/>
              <a:t> reports that </a:t>
            </a:r>
            <a:r>
              <a:rPr lang="en-IN" sz="1750" b="1" dirty="0"/>
              <a:t>76.6% of Grade 3 rural government-school children</a:t>
            </a:r>
            <a:r>
              <a:rPr lang="en-IN" sz="1750" dirty="0"/>
              <a:t> cannot read a Grade 2-level text, highlighting the need for early understanding checks.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11D7AFA-0E9A-C7AD-8529-DD0CED9909DF}"/>
              </a:ext>
            </a:extLst>
          </p:cNvPr>
          <p:cNvSpPr txBox="1"/>
          <p:nvPr/>
        </p:nvSpPr>
        <p:spPr>
          <a:xfrm>
            <a:off x="2004784" y="8748372"/>
            <a:ext cx="465406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Teacher-Language Gap:</a:t>
            </a:r>
            <a:r>
              <a:rPr lang="en-IN" sz="1600" dirty="0"/>
              <a:t> Research from </a:t>
            </a:r>
            <a:r>
              <a:rPr lang="en-IN" sz="1600" b="1" dirty="0"/>
              <a:t>Azim Premji University and DST-CPR/NISER</a:t>
            </a:r>
            <a:r>
              <a:rPr lang="en-IN" sz="1600" dirty="0"/>
              <a:t> highlights the shortage of teachers fluent in both tribal mother tongues and the state language—</a:t>
            </a:r>
            <a:r>
              <a:rPr lang="en-IN" sz="1600" b="1" dirty="0"/>
              <a:t>VISTA helps bridge this gap without requiring bilingual teachers.</a:t>
            </a:r>
            <a:endParaRPr lang="en-IN" sz="1600" dirty="0"/>
          </a:p>
        </p:txBody>
      </p:sp>
      <p:pic>
        <p:nvPicPr>
          <p:cNvPr id="48" name="Picture 47" descr="AI4Bharat">
            <a:extLst>
              <a:ext uri="{FF2B5EF4-FFF2-40B4-BE49-F238E27FC236}">
                <a16:creationId xmlns:a16="http://schemas.microsoft.com/office/drawing/2014/main" id="{305D1D36-F280-80D7-FD42-FF739366165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106400" y="4076354"/>
            <a:ext cx="4768092" cy="268205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50" name="Picture 49" descr="NIPUN Bharat Mission | Current Affairs Editorial, Notes by VajiraoIAS">
            <a:extLst>
              <a:ext uri="{FF2B5EF4-FFF2-40B4-BE49-F238E27FC236}">
                <a16:creationId xmlns:a16="http://schemas.microsoft.com/office/drawing/2014/main" id="{ABC0F81B-1BF8-D7B5-C753-F878A648182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811720" y="7164103"/>
            <a:ext cx="5062772" cy="253138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5B6BA655-139F-C4C5-54D8-A0C02A3FB50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695" y="54089"/>
            <a:ext cx="1493649" cy="1140051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4D314A08-7145-FC48-2A2D-90222FA5501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490446" y="2325"/>
            <a:ext cx="2706859" cy="127417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333332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1272</TotalTime>
  <Words>1316</Words>
  <Application>Microsoft Office PowerPoint</Application>
  <PresentationFormat>Custom</PresentationFormat>
  <Paragraphs>148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7" baseType="lpstr">
      <vt:lpstr>ADLaM Display</vt:lpstr>
      <vt:lpstr>Aptos</vt:lpstr>
      <vt:lpstr>Arial</vt:lpstr>
      <vt:lpstr>Calibri</vt:lpstr>
      <vt:lpstr>Cascadia Code</vt:lpstr>
      <vt:lpstr>Century Gothic</vt:lpstr>
      <vt:lpstr>Garamond</vt:lpstr>
      <vt:lpstr>Lucida Sans Unicode</vt:lpstr>
      <vt:lpstr>Times New Roman</vt:lpstr>
      <vt:lpstr>Wingdings</vt:lpstr>
      <vt:lpstr>Office Theme</vt:lpstr>
      <vt:lpstr>SMART INDIA HACKATHON 2026</vt:lpstr>
      <vt:lpstr>VISTA </vt:lpstr>
      <vt:lpstr>TECHNICAL APPROACH</vt:lpstr>
      <vt:lpstr>FEASIBILITY AND VIABILITY</vt:lpstr>
      <vt:lpstr>    IMPACT AND BENEFITS</vt:lpstr>
      <vt:lpstr>RESEARCH  AND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 of SIH</dc:title>
  <dc:creator>Nishanth Selvaraju</dc:creator>
  <cp:keywords>DAGy_OHQDY8,BAGvH_I47YI,0</cp:keywords>
  <cp:lastModifiedBy>Rashi Singh Gaharwar</cp:lastModifiedBy>
  <cp:revision>39</cp:revision>
  <dcterms:created xsi:type="dcterms:W3CDTF">2026-09-06T10:00:14Z</dcterms:created>
  <dcterms:modified xsi:type="dcterms:W3CDTF">2026-09-10T13:23:14Z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StructuredOutput v10.0.20070.1</vt:lpwstr>
  </property>
  <property fmtid="{D5CDD505-2E9C-101B-9397-08002B2CF9AE}" pid="3" name="Created">
    <vt:filetime>2025-09-14T00:00:00Z</vt:filetime>
  </property>
  <property fmtid="{D5CDD505-2E9C-101B-9397-08002B2CF9AE}" pid="4" name="Creator">
    <vt:lpwstr>Canva</vt:lpwstr>
  </property>
  <property fmtid="{D5CDD505-2E9C-101B-9397-08002B2CF9AE}" pid="5" name="LastSaved">
    <vt:filetime>2026-09-06T00:00:00Z</vt:filetime>
  </property>
  <property fmtid="{D5CDD505-2E9C-101B-9397-08002B2CF9AE}" pid="6" name="Producer">
    <vt:lpwstr>3-Heights(TM) PDF Security Shell 4.8.25.2 (http://www.pdf-tools.com)</vt:lpwstr>
  </property>
</Properties>
</file>